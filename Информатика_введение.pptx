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329" r:id="rId2"/>
    <p:sldId id="350" r:id="rId3"/>
    <p:sldId id="353" r:id="rId4"/>
    <p:sldId id="347" r:id="rId5"/>
    <p:sldId id="370" r:id="rId6"/>
    <p:sldId id="349" r:id="rId7"/>
    <p:sldId id="348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51" r:id="rId18"/>
    <p:sldId id="380" r:id="rId19"/>
    <p:sldId id="381" r:id="rId20"/>
    <p:sldId id="382" r:id="rId21"/>
    <p:sldId id="383" r:id="rId22"/>
    <p:sldId id="384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6DEA"/>
    <a:srgbClr val="3B40FF"/>
    <a:srgbClr val="8FAADC"/>
    <a:srgbClr val="E4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Средний стиль 4 -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269D01E-BC32-4049-B463-5C60D7B0CCD2}" styleName="Стиль из темы 2 - акцент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40" autoAdjust="0"/>
  </p:normalViewPr>
  <p:slideViewPr>
    <p:cSldViewPr snapToGrid="0">
      <p:cViewPr varScale="1">
        <p:scale>
          <a:sx n="109" d="100"/>
          <a:sy n="109" d="100"/>
        </p:scale>
        <p:origin x="612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182A82-3F36-4A58-BB7C-8886A7B0F568}" type="doc">
      <dgm:prSet loTypeId="urn:microsoft.com/office/officeart/2005/8/layout/gear1" loCatId="cycle" qsTypeId="urn:microsoft.com/office/officeart/2005/8/quickstyle/simple1#1" qsCatId="simple" csTypeId="urn:microsoft.com/office/officeart/2005/8/colors/accent1_2#1" csCatId="accent1" phldr="1"/>
      <dgm:spPr/>
    </dgm:pt>
    <dgm:pt modelId="{16200064-79FC-4743-B189-3A6706734663}">
      <dgm:prSet phldrT="[Текст]"/>
      <dgm:spPr/>
      <dgm:t>
        <a:bodyPr/>
        <a:lstStyle/>
        <a:p>
          <a:r>
            <a:rPr lang="ru-RU" dirty="0"/>
            <a:t>Конфиденциальность</a:t>
          </a:r>
        </a:p>
      </dgm:t>
    </dgm:pt>
    <dgm:pt modelId="{BE011AC4-9A0F-4297-B32F-637E5BD52E47}" type="parTrans" cxnId="{4F254C07-54F5-41C8-9AD4-6A9A65C49C82}">
      <dgm:prSet/>
      <dgm:spPr/>
      <dgm:t>
        <a:bodyPr/>
        <a:lstStyle/>
        <a:p>
          <a:endParaRPr lang="ru-RU"/>
        </a:p>
      </dgm:t>
    </dgm:pt>
    <dgm:pt modelId="{A77CD676-6912-4200-A607-C09A66C9217E}" type="sibTrans" cxnId="{4F254C07-54F5-41C8-9AD4-6A9A65C49C82}">
      <dgm:prSet/>
      <dgm:spPr/>
      <dgm:t>
        <a:bodyPr/>
        <a:lstStyle/>
        <a:p>
          <a:endParaRPr lang="ru-RU"/>
        </a:p>
      </dgm:t>
    </dgm:pt>
    <dgm:pt modelId="{E20859D8-2CFE-48B6-A574-CFB73BFCF959}">
      <dgm:prSet phldrT="[Текст]"/>
      <dgm:spPr/>
      <dgm:t>
        <a:bodyPr/>
        <a:lstStyle/>
        <a:p>
          <a:r>
            <a:rPr lang="ru-RU" dirty="0"/>
            <a:t>Доступность</a:t>
          </a:r>
        </a:p>
      </dgm:t>
    </dgm:pt>
    <dgm:pt modelId="{67FB6105-B6FA-476C-87FE-3DC5421FC973}" type="parTrans" cxnId="{5AA5AE93-1923-4538-9D76-5D9838878AE5}">
      <dgm:prSet/>
      <dgm:spPr/>
      <dgm:t>
        <a:bodyPr/>
        <a:lstStyle/>
        <a:p>
          <a:endParaRPr lang="ru-RU"/>
        </a:p>
      </dgm:t>
    </dgm:pt>
    <dgm:pt modelId="{69DCD1A3-CFF4-4EAE-8651-BC8B3F9EC551}" type="sibTrans" cxnId="{5AA5AE93-1923-4538-9D76-5D9838878AE5}">
      <dgm:prSet/>
      <dgm:spPr/>
      <dgm:t>
        <a:bodyPr/>
        <a:lstStyle/>
        <a:p>
          <a:endParaRPr lang="ru-RU"/>
        </a:p>
      </dgm:t>
    </dgm:pt>
    <dgm:pt modelId="{E0F5ABF6-5DF0-45CC-BB5B-D512B2B200DA}">
      <dgm:prSet phldrT="[Текст]"/>
      <dgm:spPr/>
      <dgm:t>
        <a:bodyPr/>
        <a:lstStyle/>
        <a:p>
          <a:r>
            <a:rPr lang="ru-RU" dirty="0"/>
            <a:t>Целостность</a:t>
          </a:r>
        </a:p>
      </dgm:t>
    </dgm:pt>
    <dgm:pt modelId="{7616ED09-1B7A-4078-BBC9-4264F562032C}" type="parTrans" cxnId="{AD4F18C1-765F-4F9C-BB23-0B30DDAFCF3B}">
      <dgm:prSet/>
      <dgm:spPr/>
      <dgm:t>
        <a:bodyPr/>
        <a:lstStyle/>
        <a:p>
          <a:endParaRPr lang="ru-RU"/>
        </a:p>
      </dgm:t>
    </dgm:pt>
    <dgm:pt modelId="{D0339C4C-22CD-445D-BDED-C4A6D7D60B84}" type="sibTrans" cxnId="{AD4F18C1-765F-4F9C-BB23-0B30DDAFCF3B}">
      <dgm:prSet/>
      <dgm:spPr/>
      <dgm:t>
        <a:bodyPr/>
        <a:lstStyle/>
        <a:p>
          <a:endParaRPr lang="ru-RU"/>
        </a:p>
      </dgm:t>
    </dgm:pt>
    <dgm:pt modelId="{3B261984-AFF0-42D4-BF30-D60806BF212D}" type="pres">
      <dgm:prSet presAssocID="{2F182A82-3F36-4A58-BB7C-8886A7B0F56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C270D25C-110C-4355-8E6A-C7D0AE7790AD}" type="pres">
      <dgm:prSet presAssocID="{16200064-79FC-4743-B189-3A6706734663}" presName="gear1" presStyleLbl="node1" presStyleIdx="0" presStyleCnt="3">
        <dgm:presLayoutVars>
          <dgm:chMax val="1"/>
          <dgm:bulletEnabled val="1"/>
        </dgm:presLayoutVars>
      </dgm:prSet>
      <dgm:spPr/>
    </dgm:pt>
    <dgm:pt modelId="{936E78C7-9217-45DC-8B24-70DEE264AF46}" type="pres">
      <dgm:prSet presAssocID="{16200064-79FC-4743-B189-3A6706734663}" presName="gear1srcNode" presStyleLbl="node1" presStyleIdx="0" presStyleCnt="3"/>
      <dgm:spPr/>
    </dgm:pt>
    <dgm:pt modelId="{55798292-DDD7-4B62-86EC-3EA742B1A26C}" type="pres">
      <dgm:prSet presAssocID="{16200064-79FC-4743-B189-3A6706734663}" presName="gear1dstNode" presStyleLbl="node1" presStyleIdx="0" presStyleCnt="3"/>
      <dgm:spPr/>
    </dgm:pt>
    <dgm:pt modelId="{CE77082F-A870-45DA-B9F7-1741FBE1D09D}" type="pres">
      <dgm:prSet presAssocID="{E20859D8-2CFE-48B6-A574-CFB73BFCF959}" presName="gear2" presStyleLbl="node1" presStyleIdx="1" presStyleCnt="3">
        <dgm:presLayoutVars>
          <dgm:chMax val="1"/>
          <dgm:bulletEnabled val="1"/>
        </dgm:presLayoutVars>
      </dgm:prSet>
      <dgm:spPr/>
    </dgm:pt>
    <dgm:pt modelId="{2C988EA4-12FB-4264-B405-606EFB50FA11}" type="pres">
      <dgm:prSet presAssocID="{E20859D8-2CFE-48B6-A574-CFB73BFCF959}" presName="gear2srcNode" presStyleLbl="node1" presStyleIdx="1" presStyleCnt="3"/>
      <dgm:spPr/>
    </dgm:pt>
    <dgm:pt modelId="{0E1CB51C-0287-4F98-9155-F2582E21C79D}" type="pres">
      <dgm:prSet presAssocID="{E20859D8-2CFE-48B6-A574-CFB73BFCF959}" presName="gear2dstNode" presStyleLbl="node1" presStyleIdx="1" presStyleCnt="3"/>
      <dgm:spPr/>
    </dgm:pt>
    <dgm:pt modelId="{E9FD6879-29AC-4FFB-AD3D-28E140EA3AC2}" type="pres">
      <dgm:prSet presAssocID="{E0F5ABF6-5DF0-45CC-BB5B-D512B2B200DA}" presName="gear3" presStyleLbl="node1" presStyleIdx="2" presStyleCnt="3"/>
      <dgm:spPr/>
    </dgm:pt>
    <dgm:pt modelId="{4B47D8D3-60DE-4863-A0DC-EB366ABD084F}" type="pres">
      <dgm:prSet presAssocID="{E0F5ABF6-5DF0-45CC-BB5B-D512B2B200DA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4AB2F4C7-C77A-4A2E-8BE9-9B53C10B277A}" type="pres">
      <dgm:prSet presAssocID="{E0F5ABF6-5DF0-45CC-BB5B-D512B2B200DA}" presName="gear3srcNode" presStyleLbl="node1" presStyleIdx="2" presStyleCnt="3"/>
      <dgm:spPr/>
    </dgm:pt>
    <dgm:pt modelId="{ADC8F183-433B-44AA-8327-E14AF28ED6EB}" type="pres">
      <dgm:prSet presAssocID="{E0F5ABF6-5DF0-45CC-BB5B-D512B2B200DA}" presName="gear3dstNode" presStyleLbl="node1" presStyleIdx="2" presStyleCnt="3"/>
      <dgm:spPr/>
    </dgm:pt>
    <dgm:pt modelId="{1C04AF04-F628-4191-AD6B-D9161D290E55}" type="pres">
      <dgm:prSet presAssocID="{A77CD676-6912-4200-A607-C09A66C9217E}" presName="connector1" presStyleLbl="sibTrans2D1" presStyleIdx="0" presStyleCnt="3"/>
      <dgm:spPr/>
    </dgm:pt>
    <dgm:pt modelId="{F766FDBC-87FC-4346-B505-609A767E2770}" type="pres">
      <dgm:prSet presAssocID="{69DCD1A3-CFF4-4EAE-8651-BC8B3F9EC551}" presName="connector2" presStyleLbl="sibTrans2D1" presStyleIdx="1" presStyleCnt="3"/>
      <dgm:spPr/>
    </dgm:pt>
    <dgm:pt modelId="{DDB59EFD-4DA0-4318-A4C8-477235B763DC}" type="pres">
      <dgm:prSet presAssocID="{D0339C4C-22CD-445D-BDED-C4A6D7D60B84}" presName="connector3" presStyleLbl="sibTrans2D1" presStyleIdx="2" presStyleCnt="3"/>
      <dgm:spPr/>
    </dgm:pt>
  </dgm:ptLst>
  <dgm:cxnLst>
    <dgm:cxn modelId="{DE702205-23B1-4242-A7CF-CB1234FA66EB}" type="presOf" srcId="{16200064-79FC-4743-B189-3A6706734663}" destId="{55798292-DDD7-4B62-86EC-3EA742B1A26C}" srcOrd="2" destOrd="0" presId="urn:microsoft.com/office/officeart/2005/8/layout/gear1"/>
    <dgm:cxn modelId="{4F254C07-54F5-41C8-9AD4-6A9A65C49C82}" srcId="{2F182A82-3F36-4A58-BB7C-8886A7B0F568}" destId="{16200064-79FC-4743-B189-3A6706734663}" srcOrd="0" destOrd="0" parTransId="{BE011AC4-9A0F-4297-B32F-637E5BD52E47}" sibTransId="{A77CD676-6912-4200-A607-C09A66C9217E}"/>
    <dgm:cxn modelId="{2F38500A-484F-48C1-A5D5-A40042FEF05C}" type="presOf" srcId="{16200064-79FC-4743-B189-3A6706734663}" destId="{936E78C7-9217-45DC-8B24-70DEE264AF46}" srcOrd="1" destOrd="0" presId="urn:microsoft.com/office/officeart/2005/8/layout/gear1"/>
    <dgm:cxn modelId="{0C8AEB1D-F882-4916-AA37-A198A0CF42F9}" type="presOf" srcId="{2F182A82-3F36-4A58-BB7C-8886A7B0F568}" destId="{3B261984-AFF0-42D4-BF30-D60806BF212D}" srcOrd="0" destOrd="0" presId="urn:microsoft.com/office/officeart/2005/8/layout/gear1"/>
    <dgm:cxn modelId="{6AC9522A-D526-4E2C-91ED-13EBD695BAA9}" type="presOf" srcId="{E0F5ABF6-5DF0-45CC-BB5B-D512B2B200DA}" destId="{4AB2F4C7-C77A-4A2E-8BE9-9B53C10B277A}" srcOrd="2" destOrd="0" presId="urn:microsoft.com/office/officeart/2005/8/layout/gear1"/>
    <dgm:cxn modelId="{DB556236-0D35-4C30-88C7-8974A88D4427}" type="presOf" srcId="{A77CD676-6912-4200-A607-C09A66C9217E}" destId="{1C04AF04-F628-4191-AD6B-D9161D290E55}" srcOrd="0" destOrd="0" presId="urn:microsoft.com/office/officeart/2005/8/layout/gear1"/>
    <dgm:cxn modelId="{C21F8161-8CE9-45A5-86E5-759966E24D83}" type="presOf" srcId="{69DCD1A3-CFF4-4EAE-8651-BC8B3F9EC551}" destId="{F766FDBC-87FC-4346-B505-609A767E2770}" srcOrd="0" destOrd="0" presId="urn:microsoft.com/office/officeart/2005/8/layout/gear1"/>
    <dgm:cxn modelId="{25E25C6E-9758-43D4-94D5-2E0BB1BFEF55}" type="presOf" srcId="{E20859D8-2CFE-48B6-A574-CFB73BFCF959}" destId="{CE77082F-A870-45DA-B9F7-1741FBE1D09D}" srcOrd="0" destOrd="0" presId="urn:microsoft.com/office/officeart/2005/8/layout/gear1"/>
    <dgm:cxn modelId="{574A6852-8E22-4DD6-8FC4-FFF198093DEB}" type="presOf" srcId="{16200064-79FC-4743-B189-3A6706734663}" destId="{C270D25C-110C-4355-8E6A-C7D0AE7790AD}" srcOrd="0" destOrd="0" presId="urn:microsoft.com/office/officeart/2005/8/layout/gear1"/>
    <dgm:cxn modelId="{5AA5AE93-1923-4538-9D76-5D9838878AE5}" srcId="{2F182A82-3F36-4A58-BB7C-8886A7B0F568}" destId="{E20859D8-2CFE-48B6-A574-CFB73BFCF959}" srcOrd="1" destOrd="0" parTransId="{67FB6105-B6FA-476C-87FE-3DC5421FC973}" sibTransId="{69DCD1A3-CFF4-4EAE-8651-BC8B3F9EC551}"/>
    <dgm:cxn modelId="{AD8B19BC-230C-42F5-869B-E42D1DFFF338}" type="presOf" srcId="{E0F5ABF6-5DF0-45CC-BB5B-D512B2B200DA}" destId="{ADC8F183-433B-44AA-8327-E14AF28ED6EB}" srcOrd="3" destOrd="0" presId="urn:microsoft.com/office/officeart/2005/8/layout/gear1"/>
    <dgm:cxn modelId="{AD4F18C1-765F-4F9C-BB23-0B30DDAFCF3B}" srcId="{2F182A82-3F36-4A58-BB7C-8886A7B0F568}" destId="{E0F5ABF6-5DF0-45CC-BB5B-D512B2B200DA}" srcOrd="2" destOrd="0" parTransId="{7616ED09-1B7A-4078-BBC9-4264F562032C}" sibTransId="{D0339C4C-22CD-445D-BDED-C4A6D7D60B84}"/>
    <dgm:cxn modelId="{99D697C1-5A95-4E35-9B7D-C9E0504933EB}" type="presOf" srcId="{E0F5ABF6-5DF0-45CC-BB5B-D512B2B200DA}" destId="{4B47D8D3-60DE-4863-A0DC-EB366ABD084F}" srcOrd="1" destOrd="0" presId="urn:microsoft.com/office/officeart/2005/8/layout/gear1"/>
    <dgm:cxn modelId="{A5AC9EC2-93BB-4E7D-942A-B060A322AC7D}" type="presOf" srcId="{E0F5ABF6-5DF0-45CC-BB5B-D512B2B200DA}" destId="{E9FD6879-29AC-4FFB-AD3D-28E140EA3AC2}" srcOrd="0" destOrd="0" presId="urn:microsoft.com/office/officeart/2005/8/layout/gear1"/>
    <dgm:cxn modelId="{E4C06CC3-8A06-4CC9-BDAE-0B7EB5A9BEE8}" type="presOf" srcId="{E20859D8-2CFE-48B6-A574-CFB73BFCF959}" destId="{2C988EA4-12FB-4264-B405-606EFB50FA11}" srcOrd="1" destOrd="0" presId="urn:microsoft.com/office/officeart/2005/8/layout/gear1"/>
    <dgm:cxn modelId="{6C4CD1C6-8475-4734-AE36-08A01A941EBC}" type="presOf" srcId="{D0339C4C-22CD-445D-BDED-C4A6D7D60B84}" destId="{DDB59EFD-4DA0-4318-A4C8-477235B763DC}" srcOrd="0" destOrd="0" presId="urn:microsoft.com/office/officeart/2005/8/layout/gear1"/>
    <dgm:cxn modelId="{538A11F9-ACD6-4636-8A16-9A41804DDDE2}" type="presOf" srcId="{E20859D8-2CFE-48B6-A574-CFB73BFCF959}" destId="{0E1CB51C-0287-4F98-9155-F2582E21C79D}" srcOrd="2" destOrd="0" presId="urn:microsoft.com/office/officeart/2005/8/layout/gear1"/>
    <dgm:cxn modelId="{6A8583F8-02F3-406D-8741-89BCFFD50BF3}" type="presParOf" srcId="{3B261984-AFF0-42D4-BF30-D60806BF212D}" destId="{C270D25C-110C-4355-8E6A-C7D0AE7790AD}" srcOrd="0" destOrd="0" presId="urn:microsoft.com/office/officeart/2005/8/layout/gear1"/>
    <dgm:cxn modelId="{3FFC8DA2-F548-4455-B92D-F96CD2FED4EB}" type="presParOf" srcId="{3B261984-AFF0-42D4-BF30-D60806BF212D}" destId="{936E78C7-9217-45DC-8B24-70DEE264AF46}" srcOrd="1" destOrd="0" presId="urn:microsoft.com/office/officeart/2005/8/layout/gear1"/>
    <dgm:cxn modelId="{168AA9C4-5EF4-4A1E-B898-DC23E042FFF4}" type="presParOf" srcId="{3B261984-AFF0-42D4-BF30-D60806BF212D}" destId="{55798292-DDD7-4B62-86EC-3EA742B1A26C}" srcOrd="2" destOrd="0" presId="urn:microsoft.com/office/officeart/2005/8/layout/gear1"/>
    <dgm:cxn modelId="{6A4D12E6-2452-4B71-9E71-E2F5CC0D6620}" type="presParOf" srcId="{3B261984-AFF0-42D4-BF30-D60806BF212D}" destId="{CE77082F-A870-45DA-B9F7-1741FBE1D09D}" srcOrd="3" destOrd="0" presId="urn:microsoft.com/office/officeart/2005/8/layout/gear1"/>
    <dgm:cxn modelId="{B2D34F57-AFD1-466A-97D3-4960209CB939}" type="presParOf" srcId="{3B261984-AFF0-42D4-BF30-D60806BF212D}" destId="{2C988EA4-12FB-4264-B405-606EFB50FA11}" srcOrd="4" destOrd="0" presId="urn:microsoft.com/office/officeart/2005/8/layout/gear1"/>
    <dgm:cxn modelId="{712560FD-AE79-4CEE-AFCA-323088D836FE}" type="presParOf" srcId="{3B261984-AFF0-42D4-BF30-D60806BF212D}" destId="{0E1CB51C-0287-4F98-9155-F2582E21C79D}" srcOrd="5" destOrd="0" presId="urn:microsoft.com/office/officeart/2005/8/layout/gear1"/>
    <dgm:cxn modelId="{619B760C-FEFD-4DA5-948A-513F8880C5DB}" type="presParOf" srcId="{3B261984-AFF0-42D4-BF30-D60806BF212D}" destId="{E9FD6879-29AC-4FFB-AD3D-28E140EA3AC2}" srcOrd="6" destOrd="0" presId="urn:microsoft.com/office/officeart/2005/8/layout/gear1"/>
    <dgm:cxn modelId="{E62818AB-E3C3-410C-A8D3-53E59BCBEB57}" type="presParOf" srcId="{3B261984-AFF0-42D4-BF30-D60806BF212D}" destId="{4B47D8D3-60DE-4863-A0DC-EB366ABD084F}" srcOrd="7" destOrd="0" presId="urn:microsoft.com/office/officeart/2005/8/layout/gear1"/>
    <dgm:cxn modelId="{767575F0-EE1B-4B80-910B-BDAD4E6A0A95}" type="presParOf" srcId="{3B261984-AFF0-42D4-BF30-D60806BF212D}" destId="{4AB2F4C7-C77A-4A2E-8BE9-9B53C10B277A}" srcOrd="8" destOrd="0" presId="urn:microsoft.com/office/officeart/2005/8/layout/gear1"/>
    <dgm:cxn modelId="{EB9BDFE6-6647-464F-80D4-53322D6C85D3}" type="presParOf" srcId="{3B261984-AFF0-42D4-BF30-D60806BF212D}" destId="{ADC8F183-433B-44AA-8327-E14AF28ED6EB}" srcOrd="9" destOrd="0" presId="urn:microsoft.com/office/officeart/2005/8/layout/gear1"/>
    <dgm:cxn modelId="{EDA7E230-011E-4E50-8DD7-33A9E098FA5F}" type="presParOf" srcId="{3B261984-AFF0-42D4-BF30-D60806BF212D}" destId="{1C04AF04-F628-4191-AD6B-D9161D290E55}" srcOrd="10" destOrd="0" presId="urn:microsoft.com/office/officeart/2005/8/layout/gear1"/>
    <dgm:cxn modelId="{0C2C083C-3412-43E1-8DCE-E9BB4042103B}" type="presParOf" srcId="{3B261984-AFF0-42D4-BF30-D60806BF212D}" destId="{F766FDBC-87FC-4346-B505-609A767E2770}" srcOrd="11" destOrd="0" presId="urn:microsoft.com/office/officeart/2005/8/layout/gear1"/>
    <dgm:cxn modelId="{4859A4DA-F91C-4C65-AD0A-0319513B0874}" type="presParOf" srcId="{3B261984-AFF0-42D4-BF30-D60806BF212D}" destId="{DDB59EFD-4DA0-4318-A4C8-477235B763DC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9EB71C-3008-43B1-A3C5-A752E87D2022}" type="doc">
      <dgm:prSet loTypeId="urn:microsoft.com/office/officeart/2005/8/layout/cycle1" loCatId="cycle" qsTypeId="urn:microsoft.com/office/officeart/2005/8/quickstyle/3d9" qsCatId="3D" csTypeId="urn:microsoft.com/office/officeart/2005/8/colors/accent6_1" csCatId="accent6" phldr="1"/>
      <dgm:spPr/>
      <dgm:t>
        <a:bodyPr/>
        <a:lstStyle/>
        <a:p>
          <a:endParaRPr lang="ru-RU"/>
        </a:p>
      </dgm:t>
    </dgm:pt>
    <dgm:pt modelId="{340486C7-67B6-4E5C-8E4B-E4EE3DE114E7}">
      <dgm:prSet phldrT="[Текст]" phldr="0"/>
      <dgm:spPr/>
      <dgm:t>
        <a:bodyPr/>
        <a:lstStyle/>
        <a:p>
          <a:r>
            <a:rPr lang="ru-RU" dirty="0"/>
            <a:t>инф.</a:t>
          </a:r>
        </a:p>
      </dgm:t>
    </dgm:pt>
    <dgm:pt modelId="{3133C63D-AB39-41B7-A181-539C2B923A01}" type="parTrans" cxnId="{16CB99C7-32AD-402C-B2FC-FF7F00415A03}">
      <dgm:prSet/>
      <dgm:spPr/>
      <dgm:t>
        <a:bodyPr/>
        <a:lstStyle/>
        <a:p>
          <a:endParaRPr lang="ru-RU"/>
        </a:p>
      </dgm:t>
    </dgm:pt>
    <dgm:pt modelId="{BBFF375E-233B-41D1-8656-68716F41F8FF}" type="sibTrans" cxnId="{16CB99C7-32AD-402C-B2FC-FF7F00415A03}">
      <dgm:prSet/>
      <dgm:spPr/>
      <dgm:t>
        <a:bodyPr/>
        <a:lstStyle/>
        <a:p>
          <a:endParaRPr lang="ru-RU"/>
        </a:p>
      </dgm:t>
    </dgm:pt>
    <dgm:pt modelId="{E6BD786F-231D-4730-BBC2-1B08F822EA42}">
      <dgm:prSet phldrT="[Текст]" phldr="0"/>
      <dgm:spPr/>
      <dgm:t>
        <a:bodyPr/>
        <a:lstStyle/>
        <a:p>
          <a:r>
            <a:rPr lang="ru-RU" dirty="0"/>
            <a:t>свед.</a:t>
          </a:r>
        </a:p>
      </dgm:t>
    </dgm:pt>
    <dgm:pt modelId="{C76F68EB-386B-4EFC-9257-6264E3E7D2B9}" type="parTrans" cxnId="{271C6B13-D9C2-4407-90DB-26392B828454}">
      <dgm:prSet/>
      <dgm:spPr/>
      <dgm:t>
        <a:bodyPr/>
        <a:lstStyle/>
        <a:p>
          <a:endParaRPr lang="ru-RU"/>
        </a:p>
      </dgm:t>
    </dgm:pt>
    <dgm:pt modelId="{BE7793F9-C620-4A11-B44E-CE9B9EE4A0D9}" type="sibTrans" cxnId="{271C6B13-D9C2-4407-90DB-26392B828454}">
      <dgm:prSet/>
      <dgm:spPr/>
      <dgm:t>
        <a:bodyPr/>
        <a:lstStyle/>
        <a:p>
          <a:endParaRPr lang="ru-RU"/>
        </a:p>
      </dgm:t>
    </dgm:pt>
    <dgm:pt modelId="{E48B96B8-5AC8-40A5-83D6-61CB7A7821C5}">
      <dgm:prSet phldrT="[Текст]" phldr="0"/>
      <dgm:spPr/>
      <dgm:t>
        <a:bodyPr/>
        <a:lstStyle/>
        <a:p>
          <a:r>
            <a:rPr lang="ru-RU" dirty="0"/>
            <a:t>инф.</a:t>
          </a:r>
        </a:p>
      </dgm:t>
    </dgm:pt>
    <dgm:pt modelId="{85D7FA74-F27D-424C-A720-237E55EAD368}" type="parTrans" cxnId="{F92853FC-6757-4DC9-AA2F-06DFF4FE2DFB}">
      <dgm:prSet/>
      <dgm:spPr/>
      <dgm:t>
        <a:bodyPr/>
        <a:lstStyle/>
        <a:p>
          <a:endParaRPr lang="ru-RU"/>
        </a:p>
      </dgm:t>
    </dgm:pt>
    <dgm:pt modelId="{2B32F23F-FBAA-42D7-8562-BAE238B516F2}" type="sibTrans" cxnId="{F92853FC-6757-4DC9-AA2F-06DFF4FE2DFB}">
      <dgm:prSet/>
      <dgm:spPr/>
      <dgm:t>
        <a:bodyPr/>
        <a:lstStyle/>
        <a:p>
          <a:endParaRPr lang="ru-RU"/>
        </a:p>
      </dgm:t>
    </dgm:pt>
    <dgm:pt modelId="{AAD6E2BF-D758-4DB8-A7FD-92B5B689259B}">
      <dgm:prSet phldrT="[Текст]" phldr="0"/>
      <dgm:spPr/>
      <dgm:t>
        <a:bodyPr/>
        <a:lstStyle/>
        <a:p>
          <a:r>
            <a:rPr lang="ru-RU" dirty="0"/>
            <a:t>свед.</a:t>
          </a:r>
        </a:p>
      </dgm:t>
    </dgm:pt>
    <dgm:pt modelId="{F541C0CB-E162-4237-9B6D-D48B6AACB20A}" type="parTrans" cxnId="{ED9EC6AF-37B7-4A56-A4B5-18241C13DDB8}">
      <dgm:prSet/>
      <dgm:spPr/>
      <dgm:t>
        <a:bodyPr/>
        <a:lstStyle/>
        <a:p>
          <a:endParaRPr lang="ru-RU"/>
        </a:p>
      </dgm:t>
    </dgm:pt>
    <dgm:pt modelId="{C2B1FF4F-79FE-46BF-B981-ED7DDEC16794}" type="sibTrans" cxnId="{ED9EC6AF-37B7-4A56-A4B5-18241C13DDB8}">
      <dgm:prSet/>
      <dgm:spPr/>
      <dgm:t>
        <a:bodyPr/>
        <a:lstStyle/>
        <a:p>
          <a:endParaRPr lang="ru-RU"/>
        </a:p>
      </dgm:t>
    </dgm:pt>
    <dgm:pt modelId="{DF8905A7-46D8-4746-A89E-C9B3DDD2EEBF}" type="pres">
      <dgm:prSet presAssocID="{BE9EB71C-3008-43B1-A3C5-A752E87D2022}" presName="cycle" presStyleCnt="0">
        <dgm:presLayoutVars>
          <dgm:dir/>
          <dgm:resizeHandles val="exact"/>
        </dgm:presLayoutVars>
      </dgm:prSet>
      <dgm:spPr/>
    </dgm:pt>
    <dgm:pt modelId="{95A99720-0AFB-4CC4-B679-3B8EBC91E77C}" type="pres">
      <dgm:prSet presAssocID="{340486C7-67B6-4E5C-8E4B-E4EE3DE114E7}" presName="dummy" presStyleCnt="0"/>
      <dgm:spPr/>
    </dgm:pt>
    <dgm:pt modelId="{CCF46051-9057-48BC-91A9-B246C1CFC161}" type="pres">
      <dgm:prSet presAssocID="{340486C7-67B6-4E5C-8E4B-E4EE3DE114E7}" presName="node" presStyleLbl="revTx" presStyleIdx="0" presStyleCnt="4">
        <dgm:presLayoutVars>
          <dgm:bulletEnabled val="1"/>
        </dgm:presLayoutVars>
      </dgm:prSet>
      <dgm:spPr/>
    </dgm:pt>
    <dgm:pt modelId="{F4C11277-F6E7-444A-8FBB-74D3E714A580}" type="pres">
      <dgm:prSet presAssocID="{BBFF375E-233B-41D1-8656-68716F41F8FF}" presName="sibTrans" presStyleLbl="node1" presStyleIdx="0" presStyleCnt="4"/>
      <dgm:spPr/>
    </dgm:pt>
    <dgm:pt modelId="{EC1E9191-2C88-4B8F-AEF7-07908AB5F7A4}" type="pres">
      <dgm:prSet presAssocID="{AAD6E2BF-D758-4DB8-A7FD-92B5B689259B}" presName="dummy" presStyleCnt="0"/>
      <dgm:spPr/>
    </dgm:pt>
    <dgm:pt modelId="{A5413AFC-52CA-4AA4-BBF0-1DB5E6288FA6}" type="pres">
      <dgm:prSet presAssocID="{AAD6E2BF-D758-4DB8-A7FD-92B5B689259B}" presName="node" presStyleLbl="revTx" presStyleIdx="1" presStyleCnt="4">
        <dgm:presLayoutVars>
          <dgm:bulletEnabled val="1"/>
        </dgm:presLayoutVars>
      </dgm:prSet>
      <dgm:spPr/>
    </dgm:pt>
    <dgm:pt modelId="{DC267C99-FBDC-4C04-887E-21A5BB5B60B2}" type="pres">
      <dgm:prSet presAssocID="{C2B1FF4F-79FE-46BF-B981-ED7DDEC16794}" presName="sibTrans" presStyleLbl="node1" presStyleIdx="1" presStyleCnt="4"/>
      <dgm:spPr/>
    </dgm:pt>
    <dgm:pt modelId="{AB60C74D-1682-4D94-8B39-92854A9D7106}" type="pres">
      <dgm:prSet presAssocID="{E48B96B8-5AC8-40A5-83D6-61CB7A7821C5}" presName="dummy" presStyleCnt="0"/>
      <dgm:spPr/>
    </dgm:pt>
    <dgm:pt modelId="{55868AED-AA9E-40F1-9670-3D32041A446A}" type="pres">
      <dgm:prSet presAssocID="{E48B96B8-5AC8-40A5-83D6-61CB7A7821C5}" presName="node" presStyleLbl="revTx" presStyleIdx="2" presStyleCnt="4">
        <dgm:presLayoutVars>
          <dgm:bulletEnabled val="1"/>
        </dgm:presLayoutVars>
      </dgm:prSet>
      <dgm:spPr/>
    </dgm:pt>
    <dgm:pt modelId="{21D4582F-01AF-4947-A79F-C0D0A36D1E59}" type="pres">
      <dgm:prSet presAssocID="{2B32F23F-FBAA-42D7-8562-BAE238B516F2}" presName="sibTrans" presStyleLbl="node1" presStyleIdx="2" presStyleCnt="4"/>
      <dgm:spPr/>
    </dgm:pt>
    <dgm:pt modelId="{489A3CB9-CEBD-4FFB-8D8C-6888871D9E23}" type="pres">
      <dgm:prSet presAssocID="{E6BD786F-231D-4730-BBC2-1B08F822EA42}" presName="dummy" presStyleCnt="0"/>
      <dgm:spPr/>
    </dgm:pt>
    <dgm:pt modelId="{5D6F8CDD-513D-4C55-8F73-60086C9986E2}" type="pres">
      <dgm:prSet presAssocID="{E6BD786F-231D-4730-BBC2-1B08F822EA42}" presName="node" presStyleLbl="revTx" presStyleIdx="3" presStyleCnt="4">
        <dgm:presLayoutVars>
          <dgm:bulletEnabled val="1"/>
        </dgm:presLayoutVars>
      </dgm:prSet>
      <dgm:spPr/>
    </dgm:pt>
    <dgm:pt modelId="{7F6688F3-D8B9-416A-9390-81911373AAAE}" type="pres">
      <dgm:prSet presAssocID="{BE7793F9-C620-4A11-B44E-CE9B9EE4A0D9}" presName="sibTrans" presStyleLbl="node1" presStyleIdx="3" presStyleCnt="4" custLinFactNeighborX="1839" custLinFactNeighborY="3755"/>
      <dgm:spPr/>
    </dgm:pt>
  </dgm:ptLst>
  <dgm:cxnLst>
    <dgm:cxn modelId="{271C6B13-D9C2-4407-90DB-26392B828454}" srcId="{BE9EB71C-3008-43B1-A3C5-A752E87D2022}" destId="{E6BD786F-231D-4730-BBC2-1B08F822EA42}" srcOrd="3" destOrd="0" parTransId="{C76F68EB-386B-4EFC-9257-6264E3E7D2B9}" sibTransId="{BE7793F9-C620-4A11-B44E-CE9B9EE4A0D9}"/>
    <dgm:cxn modelId="{7B104D15-C66D-4F2B-AD41-EDC230908D20}" type="presOf" srcId="{BE7793F9-C620-4A11-B44E-CE9B9EE4A0D9}" destId="{7F6688F3-D8B9-416A-9390-81911373AAAE}" srcOrd="0" destOrd="0" presId="urn:microsoft.com/office/officeart/2005/8/layout/cycle1"/>
    <dgm:cxn modelId="{FABEA643-FEE7-4910-B24A-D4618616E599}" type="presOf" srcId="{2B32F23F-FBAA-42D7-8562-BAE238B516F2}" destId="{21D4582F-01AF-4947-A79F-C0D0A36D1E59}" srcOrd="0" destOrd="0" presId="urn:microsoft.com/office/officeart/2005/8/layout/cycle1"/>
    <dgm:cxn modelId="{186C3766-FDC1-48D0-8E11-6960C8EF0C01}" type="presOf" srcId="{E6BD786F-231D-4730-BBC2-1B08F822EA42}" destId="{5D6F8CDD-513D-4C55-8F73-60086C9986E2}" srcOrd="0" destOrd="0" presId="urn:microsoft.com/office/officeart/2005/8/layout/cycle1"/>
    <dgm:cxn modelId="{7A4ABB73-8F46-483F-A25F-C20160598DE1}" type="presOf" srcId="{AAD6E2BF-D758-4DB8-A7FD-92B5B689259B}" destId="{A5413AFC-52CA-4AA4-BBF0-1DB5E6288FA6}" srcOrd="0" destOrd="0" presId="urn:microsoft.com/office/officeart/2005/8/layout/cycle1"/>
    <dgm:cxn modelId="{F01A8158-077A-47C3-AB9F-016CB6B3EB09}" type="presOf" srcId="{C2B1FF4F-79FE-46BF-B981-ED7DDEC16794}" destId="{DC267C99-FBDC-4C04-887E-21A5BB5B60B2}" srcOrd="0" destOrd="0" presId="urn:microsoft.com/office/officeart/2005/8/layout/cycle1"/>
    <dgm:cxn modelId="{B05DAC9B-08CE-494B-B899-8A885F1C6D33}" type="presOf" srcId="{E48B96B8-5AC8-40A5-83D6-61CB7A7821C5}" destId="{55868AED-AA9E-40F1-9670-3D32041A446A}" srcOrd="0" destOrd="0" presId="urn:microsoft.com/office/officeart/2005/8/layout/cycle1"/>
    <dgm:cxn modelId="{89EC50A2-C426-4B94-9FEA-F4E270C66C2A}" type="presOf" srcId="{340486C7-67B6-4E5C-8E4B-E4EE3DE114E7}" destId="{CCF46051-9057-48BC-91A9-B246C1CFC161}" srcOrd="0" destOrd="0" presId="urn:microsoft.com/office/officeart/2005/8/layout/cycle1"/>
    <dgm:cxn modelId="{64B25CAF-6ED7-4851-894D-6C37C40855FE}" type="presOf" srcId="{BE9EB71C-3008-43B1-A3C5-A752E87D2022}" destId="{DF8905A7-46D8-4746-A89E-C9B3DDD2EEBF}" srcOrd="0" destOrd="0" presId="urn:microsoft.com/office/officeart/2005/8/layout/cycle1"/>
    <dgm:cxn modelId="{ED9EC6AF-37B7-4A56-A4B5-18241C13DDB8}" srcId="{BE9EB71C-3008-43B1-A3C5-A752E87D2022}" destId="{AAD6E2BF-D758-4DB8-A7FD-92B5B689259B}" srcOrd="1" destOrd="0" parTransId="{F541C0CB-E162-4237-9B6D-D48B6AACB20A}" sibTransId="{C2B1FF4F-79FE-46BF-B981-ED7DDEC16794}"/>
    <dgm:cxn modelId="{16CB99C7-32AD-402C-B2FC-FF7F00415A03}" srcId="{BE9EB71C-3008-43B1-A3C5-A752E87D2022}" destId="{340486C7-67B6-4E5C-8E4B-E4EE3DE114E7}" srcOrd="0" destOrd="0" parTransId="{3133C63D-AB39-41B7-A181-539C2B923A01}" sibTransId="{BBFF375E-233B-41D1-8656-68716F41F8FF}"/>
    <dgm:cxn modelId="{97FEF7E8-B4CC-4187-BFE2-84E8BDC87918}" type="presOf" srcId="{BBFF375E-233B-41D1-8656-68716F41F8FF}" destId="{F4C11277-F6E7-444A-8FBB-74D3E714A580}" srcOrd="0" destOrd="0" presId="urn:microsoft.com/office/officeart/2005/8/layout/cycle1"/>
    <dgm:cxn modelId="{F92853FC-6757-4DC9-AA2F-06DFF4FE2DFB}" srcId="{BE9EB71C-3008-43B1-A3C5-A752E87D2022}" destId="{E48B96B8-5AC8-40A5-83D6-61CB7A7821C5}" srcOrd="2" destOrd="0" parTransId="{85D7FA74-F27D-424C-A720-237E55EAD368}" sibTransId="{2B32F23F-FBAA-42D7-8562-BAE238B516F2}"/>
    <dgm:cxn modelId="{8F4F0B71-496F-4DE2-85AC-5FAC9AB19080}" type="presParOf" srcId="{DF8905A7-46D8-4746-A89E-C9B3DDD2EEBF}" destId="{95A99720-0AFB-4CC4-B679-3B8EBC91E77C}" srcOrd="0" destOrd="0" presId="urn:microsoft.com/office/officeart/2005/8/layout/cycle1"/>
    <dgm:cxn modelId="{68CCC840-BEF9-4A33-82D0-AD7EF83167BF}" type="presParOf" srcId="{DF8905A7-46D8-4746-A89E-C9B3DDD2EEBF}" destId="{CCF46051-9057-48BC-91A9-B246C1CFC161}" srcOrd="1" destOrd="0" presId="urn:microsoft.com/office/officeart/2005/8/layout/cycle1"/>
    <dgm:cxn modelId="{5168B452-8434-4DF4-BEAE-C00C6001A55D}" type="presParOf" srcId="{DF8905A7-46D8-4746-A89E-C9B3DDD2EEBF}" destId="{F4C11277-F6E7-444A-8FBB-74D3E714A580}" srcOrd="2" destOrd="0" presId="urn:microsoft.com/office/officeart/2005/8/layout/cycle1"/>
    <dgm:cxn modelId="{AE17FBA9-3F80-4638-AFA7-37F81F5F90F3}" type="presParOf" srcId="{DF8905A7-46D8-4746-A89E-C9B3DDD2EEBF}" destId="{EC1E9191-2C88-4B8F-AEF7-07908AB5F7A4}" srcOrd="3" destOrd="0" presId="urn:microsoft.com/office/officeart/2005/8/layout/cycle1"/>
    <dgm:cxn modelId="{B53C73FE-1625-4C84-92FC-160AAB7A37C7}" type="presParOf" srcId="{DF8905A7-46D8-4746-A89E-C9B3DDD2EEBF}" destId="{A5413AFC-52CA-4AA4-BBF0-1DB5E6288FA6}" srcOrd="4" destOrd="0" presId="urn:microsoft.com/office/officeart/2005/8/layout/cycle1"/>
    <dgm:cxn modelId="{585DAB00-6BE4-48FE-9756-44B42292A5E7}" type="presParOf" srcId="{DF8905A7-46D8-4746-A89E-C9B3DDD2EEBF}" destId="{DC267C99-FBDC-4C04-887E-21A5BB5B60B2}" srcOrd="5" destOrd="0" presId="urn:microsoft.com/office/officeart/2005/8/layout/cycle1"/>
    <dgm:cxn modelId="{1BFF8FAC-4022-472C-A4B0-1A7550CF6292}" type="presParOf" srcId="{DF8905A7-46D8-4746-A89E-C9B3DDD2EEBF}" destId="{AB60C74D-1682-4D94-8B39-92854A9D7106}" srcOrd="6" destOrd="0" presId="urn:microsoft.com/office/officeart/2005/8/layout/cycle1"/>
    <dgm:cxn modelId="{B0C0FF38-BD92-40E8-8249-54B09E570DBF}" type="presParOf" srcId="{DF8905A7-46D8-4746-A89E-C9B3DDD2EEBF}" destId="{55868AED-AA9E-40F1-9670-3D32041A446A}" srcOrd="7" destOrd="0" presId="urn:microsoft.com/office/officeart/2005/8/layout/cycle1"/>
    <dgm:cxn modelId="{6A513369-D4AB-443F-BB9D-399AABA23C9E}" type="presParOf" srcId="{DF8905A7-46D8-4746-A89E-C9B3DDD2EEBF}" destId="{21D4582F-01AF-4947-A79F-C0D0A36D1E59}" srcOrd="8" destOrd="0" presId="urn:microsoft.com/office/officeart/2005/8/layout/cycle1"/>
    <dgm:cxn modelId="{033A8DBB-1850-4071-9A61-2E51C138A696}" type="presParOf" srcId="{DF8905A7-46D8-4746-A89E-C9B3DDD2EEBF}" destId="{489A3CB9-CEBD-4FFB-8D8C-6888871D9E23}" srcOrd="9" destOrd="0" presId="urn:microsoft.com/office/officeart/2005/8/layout/cycle1"/>
    <dgm:cxn modelId="{824A3B49-02E0-422C-8670-8C20D8114D9E}" type="presParOf" srcId="{DF8905A7-46D8-4746-A89E-C9B3DDD2EEBF}" destId="{5D6F8CDD-513D-4C55-8F73-60086C9986E2}" srcOrd="10" destOrd="0" presId="urn:microsoft.com/office/officeart/2005/8/layout/cycle1"/>
    <dgm:cxn modelId="{02C55183-BEFD-4C5E-934B-94012C3BDF0C}" type="presParOf" srcId="{DF8905A7-46D8-4746-A89E-C9B3DDD2EEBF}" destId="{7F6688F3-D8B9-416A-9390-81911373AAAE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DF99C7-1EBF-4E75-873E-68EFC7629149}" type="doc">
      <dgm:prSet loTypeId="urn:microsoft.com/office/officeart/2008/layout/HorizontalMultiLevelHierarchy" loCatId="hierarchy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ru-RU"/>
        </a:p>
      </dgm:t>
    </dgm:pt>
    <dgm:pt modelId="{4577AD91-E47E-45B4-9435-346A293A439C}">
      <dgm:prSet phldrT="[Текст]"/>
      <dgm:spPr/>
      <dgm:t>
        <a:bodyPr/>
        <a:lstStyle/>
        <a:p>
          <a:r>
            <a:rPr lang="ru-RU" dirty="0"/>
            <a:t>информация</a:t>
          </a:r>
        </a:p>
      </dgm:t>
    </dgm:pt>
    <dgm:pt modelId="{4081C1E7-348D-420B-B1BA-85FD0FCAEC39}" type="parTrans" cxnId="{877A4BCD-29FB-4225-81A4-7415929B1E8B}">
      <dgm:prSet/>
      <dgm:spPr/>
      <dgm:t>
        <a:bodyPr/>
        <a:lstStyle/>
        <a:p>
          <a:endParaRPr lang="ru-RU"/>
        </a:p>
      </dgm:t>
    </dgm:pt>
    <dgm:pt modelId="{9F13D9E2-0A0C-4379-AEE1-483ACD49EE13}" type="sibTrans" cxnId="{877A4BCD-29FB-4225-81A4-7415929B1E8B}">
      <dgm:prSet/>
      <dgm:spPr/>
      <dgm:t>
        <a:bodyPr/>
        <a:lstStyle/>
        <a:p>
          <a:endParaRPr lang="ru-RU"/>
        </a:p>
      </dgm:t>
    </dgm:pt>
    <dgm:pt modelId="{5EDB039F-9163-464B-B8A1-62732367F241}">
      <dgm:prSet phldrT="[Текст]"/>
      <dgm:spPr/>
      <dgm:t>
        <a:bodyPr/>
        <a:lstStyle/>
        <a:p>
          <a:r>
            <a:rPr lang="ru-RU" dirty="0"/>
            <a:t>Достоверность</a:t>
          </a:r>
        </a:p>
      </dgm:t>
    </dgm:pt>
    <dgm:pt modelId="{427D9639-D886-4280-B79D-305E2968BE30}" type="parTrans" cxnId="{99DF7CE6-CC31-4EBE-B65F-008CC70EABAD}">
      <dgm:prSet/>
      <dgm:spPr/>
      <dgm:t>
        <a:bodyPr/>
        <a:lstStyle/>
        <a:p>
          <a:endParaRPr lang="ru-RU"/>
        </a:p>
      </dgm:t>
    </dgm:pt>
    <dgm:pt modelId="{40BBE377-1104-44CD-9CBD-60311FA584B0}" type="sibTrans" cxnId="{99DF7CE6-CC31-4EBE-B65F-008CC70EABAD}">
      <dgm:prSet/>
      <dgm:spPr/>
      <dgm:t>
        <a:bodyPr/>
        <a:lstStyle/>
        <a:p>
          <a:endParaRPr lang="ru-RU"/>
        </a:p>
      </dgm:t>
    </dgm:pt>
    <dgm:pt modelId="{22B63FF0-96CD-475D-BA16-048D46A46DD9}">
      <dgm:prSet phldrT="[Текст]"/>
      <dgm:spPr/>
      <dgm:t>
        <a:bodyPr/>
        <a:lstStyle/>
        <a:p>
          <a:r>
            <a:rPr lang="ru-RU" dirty="0"/>
            <a:t>Полнота</a:t>
          </a:r>
        </a:p>
      </dgm:t>
    </dgm:pt>
    <dgm:pt modelId="{8D245258-4352-4766-BED1-3A9AEA38544F}" type="parTrans" cxnId="{AAAD9D58-8C75-41E7-8228-CE33E28D47A8}">
      <dgm:prSet/>
      <dgm:spPr/>
      <dgm:t>
        <a:bodyPr/>
        <a:lstStyle/>
        <a:p>
          <a:endParaRPr lang="ru-RU"/>
        </a:p>
      </dgm:t>
    </dgm:pt>
    <dgm:pt modelId="{51B11AAB-E83C-4577-AF57-8111EB601DFF}" type="sibTrans" cxnId="{AAAD9D58-8C75-41E7-8228-CE33E28D47A8}">
      <dgm:prSet/>
      <dgm:spPr/>
      <dgm:t>
        <a:bodyPr/>
        <a:lstStyle/>
        <a:p>
          <a:endParaRPr lang="ru-RU"/>
        </a:p>
      </dgm:t>
    </dgm:pt>
    <dgm:pt modelId="{068964AF-0179-40FF-9292-DB3D98AB4B7D}">
      <dgm:prSet phldrT="[Текст]"/>
      <dgm:spPr/>
      <dgm:t>
        <a:bodyPr/>
        <a:lstStyle/>
        <a:p>
          <a:r>
            <a:rPr lang="ru-RU" dirty="0"/>
            <a:t>Актуальность</a:t>
          </a:r>
        </a:p>
      </dgm:t>
    </dgm:pt>
    <dgm:pt modelId="{A06856C4-FD14-4EF4-940C-812CC5314CEF}" type="parTrans" cxnId="{AC3D257A-2A5C-464E-92CF-EBA152F3A35E}">
      <dgm:prSet/>
      <dgm:spPr/>
      <dgm:t>
        <a:bodyPr/>
        <a:lstStyle/>
        <a:p>
          <a:endParaRPr lang="ru-RU"/>
        </a:p>
      </dgm:t>
    </dgm:pt>
    <dgm:pt modelId="{2469F0DB-FC4F-4281-9975-A43150FF0FF8}" type="sibTrans" cxnId="{AC3D257A-2A5C-464E-92CF-EBA152F3A35E}">
      <dgm:prSet/>
      <dgm:spPr/>
      <dgm:t>
        <a:bodyPr/>
        <a:lstStyle/>
        <a:p>
          <a:endParaRPr lang="ru-RU"/>
        </a:p>
      </dgm:t>
    </dgm:pt>
    <dgm:pt modelId="{53070779-7D15-483C-B6BA-81E417A0A5AD}">
      <dgm:prSet phldrT="[Текст]"/>
      <dgm:spPr/>
      <dgm:t>
        <a:bodyPr/>
        <a:lstStyle/>
        <a:p>
          <a:r>
            <a:rPr lang="ru-RU" dirty="0"/>
            <a:t>Доступность</a:t>
          </a:r>
        </a:p>
      </dgm:t>
    </dgm:pt>
    <dgm:pt modelId="{343EEF77-775C-4D5E-8DEC-20E22271A661}" type="parTrans" cxnId="{2351DD6D-F3B1-4E32-B576-8949D02ECCDA}">
      <dgm:prSet/>
      <dgm:spPr/>
      <dgm:t>
        <a:bodyPr/>
        <a:lstStyle/>
        <a:p>
          <a:endParaRPr lang="ru-RU"/>
        </a:p>
      </dgm:t>
    </dgm:pt>
    <dgm:pt modelId="{97062923-9CE6-4971-AE8F-5CA37D8FFDC1}" type="sibTrans" cxnId="{2351DD6D-F3B1-4E32-B576-8949D02ECCDA}">
      <dgm:prSet/>
      <dgm:spPr/>
      <dgm:t>
        <a:bodyPr/>
        <a:lstStyle/>
        <a:p>
          <a:endParaRPr lang="ru-RU"/>
        </a:p>
      </dgm:t>
    </dgm:pt>
    <dgm:pt modelId="{138613D3-93A4-4CCD-8A7B-36A763292E5F}">
      <dgm:prSet phldrT="[Текст]"/>
      <dgm:spPr/>
      <dgm:t>
        <a:bodyPr/>
        <a:lstStyle/>
        <a:p>
          <a:r>
            <a:rPr lang="ru-RU" dirty="0"/>
            <a:t>Ценность</a:t>
          </a:r>
        </a:p>
      </dgm:t>
    </dgm:pt>
    <dgm:pt modelId="{0A2A3BFC-DBFD-4204-B6B1-702D3785461C}" type="parTrans" cxnId="{0FCF3AB9-F0B4-4A9B-91C6-63B72507FC1B}">
      <dgm:prSet/>
      <dgm:spPr/>
      <dgm:t>
        <a:bodyPr/>
        <a:lstStyle/>
        <a:p>
          <a:endParaRPr lang="ru-RU"/>
        </a:p>
      </dgm:t>
    </dgm:pt>
    <dgm:pt modelId="{C34CC013-0839-44B3-9B47-367A6F62DD9A}" type="sibTrans" cxnId="{0FCF3AB9-F0B4-4A9B-91C6-63B72507FC1B}">
      <dgm:prSet/>
      <dgm:spPr/>
      <dgm:t>
        <a:bodyPr/>
        <a:lstStyle/>
        <a:p>
          <a:endParaRPr lang="ru-RU"/>
        </a:p>
      </dgm:t>
    </dgm:pt>
    <dgm:pt modelId="{B4C16AAD-973A-49FE-B83F-A142D8938397}" type="pres">
      <dgm:prSet presAssocID="{6ADF99C7-1EBF-4E75-873E-68EFC7629149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7F4A9C0-B2FF-473E-A90A-EE7BFD5316E5}" type="pres">
      <dgm:prSet presAssocID="{4577AD91-E47E-45B4-9435-346A293A439C}" presName="root1" presStyleCnt="0"/>
      <dgm:spPr/>
    </dgm:pt>
    <dgm:pt modelId="{1459A1F8-ABE5-41D0-93B9-1691B8011C57}" type="pres">
      <dgm:prSet presAssocID="{4577AD91-E47E-45B4-9435-346A293A439C}" presName="LevelOneTextNode" presStyleLbl="node0" presStyleIdx="0" presStyleCnt="1">
        <dgm:presLayoutVars>
          <dgm:chPref val="3"/>
        </dgm:presLayoutVars>
      </dgm:prSet>
      <dgm:spPr/>
    </dgm:pt>
    <dgm:pt modelId="{683ED399-D49B-4D04-AC6C-5CBFBEC7593A}" type="pres">
      <dgm:prSet presAssocID="{4577AD91-E47E-45B4-9435-346A293A439C}" presName="level2hierChild" presStyleCnt="0"/>
      <dgm:spPr/>
    </dgm:pt>
    <dgm:pt modelId="{260FFEDA-18E6-40FF-9445-38229381F9AC}" type="pres">
      <dgm:prSet presAssocID="{427D9639-D886-4280-B79D-305E2968BE30}" presName="conn2-1" presStyleLbl="parChTrans1D2" presStyleIdx="0" presStyleCnt="5"/>
      <dgm:spPr/>
    </dgm:pt>
    <dgm:pt modelId="{5DCAC9B2-2D38-42D4-A39F-3FBB65CBFEB8}" type="pres">
      <dgm:prSet presAssocID="{427D9639-D886-4280-B79D-305E2968BE30}" presName="connTx" presStyleLbl="parChTrans1D2" presStyleIdx="0" presStyleCnt="5"/>
      <dgm:spPr/>
    </dgm:pt>
    <dgm:pt modelId="{FFEE1EDF-87FD-4F04-BD02-279F9667C700}" type="pres">
      <dgm:prSet presAssocID="{5EDB039F-9163-464B-B8A1-62732367F241}" presName="root2" presStyleCnt="0"/>
      <dgm:spPr/>
    </dgm:pt>
    <dgm:pt modelId="{6C17CEF4-7D50-422C-A4E0-BDC398C95725}" type="pres">
      <dgm:prSet presAssocID="{5EDB039F-9163-464B-B8A1-62732367F241}" presName="LevelTwoTextNode" presStyleLbl="node2" presStyleIdx="0" presStyleCnt="5">
        <dgm:presLayoutVars>
          <dgm:chPref val="3"/>
        </dgm:presLayoutVars>
      </dgm:prSet>
      <dgm:spPr/>
    </dgm:pt>
    <dgm:pt modelId="{75181E6D-DE12-42E2-BAC9-FCCED4938DD8}" type="pres">
      <dgm:prSet presAssocID="{5EDB039F-9163-464B-B8A1-62732367F241}" presName="level3hierChild" presStyleCnt="0"/>
      <dgm:spPr/>
    </dgm:pt>
    <dgm:pt modelId="{A1E8E887-9088-4004-ADCC-41BA87763C73}" type="pres">
      <dgm:prSet presAssocID="{8D245258-4352-4766-BED1-3A9AEA38544F}" presName="conn2-1" presStyleLbl="parChTrans1D2" presStyleIdx="1" presStyleCnt="5"/>
      <dgm:spPr/>
    </dgm:pt>
    <dgm:pt modelId="{A1E07254-EBFB-4793-9CD1-CCF4295FB86A}" type="pres">
      <dgm:prSet presAssocID="{8D245258-4352-4766-BED1-3A9AEA38544F}" presName="connTx" presStyleLbl="parChTrans1D2" presStyleIdx="1" presStyleCnt="5"/>
      <dgm:spPr/>
    </dgm:pt>
    <dgm:pt modelId="{52DC9A31-CE2C-4E55-A37D-4F7D13456EFC}" type="pres">
      <dgm:prSet presAssocID="{22B63FF0-96CD-475D-BA16-048D46A46DD9}" presName="root2" presStyleCnt="0"/>
      <dgm:spPr/>
    </dgm:pt>
    <dgm:pt modelId="{337D052B-2E7D-4A8F-80B5-88B916CB5228}" type="pres">
      <dgm:prSet presAssocID="{22B63FF0-96CD-475D-BA16-048D46A46DD9}" presName="LevelTwoTextNode" presStyleLbl="node2" presStyleIdx="1" presStyleCnt="5">
        <dgm:presLayoutVars>
          <dgm:chPref val="3"/>
        </dgm:presLayoutVars>
      </dgm:prSet>
      <dgm:spPr/>
    </dgm:pt>
    <dgm:pt modelId="{75C27F2A-98E2-4CE2-AD30-5C2D57291441}" type="pres">
      <dgm:prSet presAssocID="{22B63FF0-96CD-475D-BA16-048D46A46DD9}" presName="level3hierChild" presStyleCnt="0"/>
      <dgm:spPr/>
    </dgm:pt>
    <dgm:pt modelId="{AFF490BC-5B20-4BD6-A746-905193F82BFA}" type="pres">
      <dgm:prSet presAssocID="{A06856C4-FD14-4EF4-940C-812CC5314CEF}" presName="conn2-1" presStyleLbl="parChTrans1D2" presStyleIdx="2" presStyleCnt="5"/>
      <dgm:spPr/>
    </dgm:pt>
    <dgm:pt modelId="{45D641A3-12E7-470E-9E0E-A02642050159}" type="pres">
      <dgm:prSet presAssocID="{A06856C4-FD14-4EF4-940C-812CC5314CEF}" presName="connTx" presStyleLbl="parChTrans1D2" presStyleIdx="2" presStyleCnt="5"/>
      <dgm:spPr/>
    </dgm:pt>
    <dgm:pt modelId="{13BD5488-47DA-43C2-9A67-BA419C30D237}" type="pres">
      <dgm:prSet presAssocID="{068964AF-0179-40FF-9292-DB3D98AB4B7D}" presName="root2" presStyleCnt="0"/>
      <dgm:spPr/>
    </dgm:pt>
    <dgm:pt modelId="{436A523F-3F07-4F45-A010-307EDC3434E1}" type="pres">
      <dgm:prSet presAssocID="{068964AF-0179-40FF-9292-DB3D98AB4B7D}" presName="LevelTwoTextNode" presStyleLbl="node2" presStyleIdx="2" presStyleCnt="5">
        <dgm:presLayoutVars>
          <dgm:chPref val="3"/>
        </dgm:presLayoutVars>
      </dgm:prSet>
      <dgm:spPr/>
    </dgm:pt>
    <dgm:pt modelId="{37C2A9FD-B551-496B-A25B-75206AA3D2E1}" type="pres">
      <dgm:prSet presAssocID="{068964AF-0179-40FF-9292-DB3D98AB4B7D}" presName="level3hierChild" presStyleCnt="0"/>
      <dgm:spPr/>
    </dgm:pt>
    <dgm:pt modelId="{73326C50-DD1F-4B41-88E1-78DAF626FA10}" type="pres">
      <dgm:prSet presAssocID="{343EEF77-775C-4D5E-8DEC-20E22271A661}" presName="conn2-1" presStyleLbl="parChTrans1D2" presStyleIdx="3" presStyleCnt="5"/>
      <dgm:spPr/>
    </dgm:pt>
    <dgm:pt modelId="{53A00D55-890D-4D9B-94AD-5498F4FF00CF}" type="pres">
      <dgm:prSet presAssocID="{343EEF77-775C-4D5E-8DEC-20E22271A661}" presName="connTx" presStyleLbl="parChTrans1D2" presStyleIdx="3" presStyleCnt="5"/>
      <dgm:spPr/>
    </dgm:pt>
    <dgm:pt modelId="{195D98AF-DE39-42E9-BBD3-6B3E5BEC3710}" type="pres">
      <dgm:prSet presAssocID="{53070779-7D15-483C-B6BA-81E417A0A5AD}" presName="root2" presStyleCnt="0"/>
      <dgm:spPr/>
    </dgm:pt>
    <dgm:pt modelId="{EE48D3CF-AC53-4A71-A679-0C077346E606}" type="pres">
      <dgm:prSet presAssocID="{53070779-7D15-483C-B6BA-81E417A0A5AD}" presName="LevelTwoTextNode" presStyleLbl="node2" presStyleIdx="3" presStyleCnt="5">
        <dgm:presLayoutVars>
          <dgm:chPref val="3"/>
        </dgm:presLayoutVars>
      </dgm:prSet>
      <dgm:spPr/>
    </dgm:pt>
    <dgm:pt modelId="{7357C09D-6561-436F-8153-36AFD83F0DDF}" type="pres">
      <dgm:prSet presAssocID="{53070779-7D15-483C-B6BA-81E417A0A5AD}" presName="level3hierChild" presStyleCnt="0"/>
      <dgm:spPr/>
    </dgm:pt>
    <dgm:pt modelId="{57747B22-36DD-4360-9897-07A4B085FA5D}" type="pres">
      <dgm:prSet presAssocID="{0A2A3BFC-DBFD-4204-B6B1-702D3785461C}" presName="conn2-1" presStyleLbl="parChTrans1D2" presStyleIdx="4" presStyleCnt="5"/>
      <dgm:spPr/>
    </dgm:pt>
    <dgm:pt modelId="{98DEE653-AC56-40F4-92F2-8F93423FCF5D}" type="pres">
      <dgm:prSet presAssocID="{0A2A3BFC-DBFD-4204-B6B1-702D3785461C}" presName="connTx" presStyleLbl="parChTrans1D2" presStyleIdx="4" presStyleCnt="5"/>
      <dgm:spPr/>
    </dgm:pt>
    <dgm:pt modelId="{AFA8AD6B-1EB3-47D8-BE42-CBDD4F3D9000}" type="pres">
      <dgm:prSet presAssocID="{138613D3-93A4-4CCD-8A7B-36A763292E5F}" presName="root2" presStyleCnt="0"/>
      <dgm:spPr/>
    </dgm:pt>
    <dgm:pt modelId="{ABD15BC9-2A76-4F28-950E-A1F9D6A81FD9}" type="pres">
      <dgm:prSet presAssocID="{138613D3-93A4-4CCD-8A7B-36A763292E5F}" presName="LevelTwoTextNode" presStyleLbl="node2" presStyleIdx="4" presStyleCnt="5" custLinFactNeighborY="3376">
        <dgm:presLayoutVars>
          <dgm:chPref val="3"/>
        </dgm:presLayoutVars>
      </dgm:prSet>
      <dgm:spPr/>
    </dgm:pt>
    <dgm:pt modelId="{CCC74A37-3A94-480A-8CE0-5EEF19FA7DFA}" type="pres">
      <dgm:prSet presAssocID="{138613D3-93A4-4CCD-8A7B-36A763292E5F}" presName="level3hierChild" presStyleCnt="0"/>
      <dgm:spPr/>
    </dgm:pt>
  </dgm:ptLst>
  <dgm:cxnLst>
    <dgm:cxn modelId="{7437D811-C1AE-4154-B217-1B57A5BF3AF1}" type="presOf" srcId="{22B63FF0-96CD-475D-BA16-048D46A46DD9}" destId="{337D052B-2E7D-4A8F-80B5-88B916CB5228}" srcOrd="0" destOrd="0" presId="urn:microsoft.com/office/officeart/2008/layout/HorizontalMultiLevelHierarchy"/>
    <dgm:cxn modelId="{7EDAEC18-5B8F-44D4-94E1-C753F8D5BDE0}" type="presOf" srcId="{0A2A3BFC-DBFD-4204-B6B1-702D3785461C}" destId="{98DEE653-AC56-40F4-92F2-8F93423FCF5D}" srcOrd="1" destOrd="0" presId="urn:microsoft.com/office/officeart/2008/layout/HorizontalMultiLevelHierarchy"/>
    <dgm:cxn modelId="{245D5836-7BC8-4451-96C9-30D21EEE5C31}" type="presOf" srcId="{0A2A3BFC-DBFD-4204-B6B1-702D3785461C}" destId="{57747B22-36DD-4360-9897-07A4B085FA5D}" srcOrd="0" destOrd="0" presId="urn:microsoft.com/office/officeart/2008/layout/HorizontalMultiLevelHierarchy"/>
    <dgm:cxn modelId="{7B904843-C96E-4EBA-A360-FA7DF905F9EA}" type="presOf" srcId="{427D9639-D886-4280-B79D-305E2968BE30}" destId="{5DCAC9B2-2D38-42D4-A39F-3FBB65CBFEB8}" srcOrd="1" destOrd="0" presId="urn:microsoft.com/office/officeart/2008/layout/HorizontalMultiLevelHierarchy"/>
    <dgm:cxn modelId="{D2F01444-6E91-4735-BEDF-52EA2F478173}" type="presOf" srcId="{8D245258-4352-4766-BED1-3A9AEA38544F}" destId="{A1E07254-EBFB-4793-9CD1-CCF4295FB86A}" srcOrd="1" destOrd="0" presId="urn:microsoft.com/office/officeart/2008/layout/HorizontalMultiLevelHierarchy"/>
    <dgm:cxn modelId="{2351DD6D-F3B1-4E32-B576-8949D02ECCDA}" srcId="{4577AD91-E47E-45B4-9435-346A293A439C}" destId="{53070779-7D15-483C-B6BA-81E417A0A5AD}" srcOrd="3" destOrd="0" parTransId="{343EEF77-775C-4D5E-8DEC-20E22271A661}" sibTransId="{97062923-9CE6-4971-AE8F-5CA37D8FFDC1}"/>
    <dgm:cxn modelId="{0FDA4F77-B3D1-4559-870D-E7887D391480}" type="presOf" srcId="{343EEF77-775C-4D5E-8DEC-20E22271A661}" destId="{73326C50-DD1F-4B41-88E1-78DAF626FA10}" srcOrd="0" destOrd="0" presId="urn:microsoft.com/office/officeart/2008/layout/HorizontalMultiLevelHierarchy"/>
    <dgm:cxn modelId="{AAAD9D58-8C75-41E7-8228-CE33E28D47A8}" srcId="{4577AD91-E47E-45B4-9435-346A293A439C}" destId="{22B63FF0-96CD-475D-BA16-048D46A46DD9}" srcOrd="1" destOrd="0" parTransId="{8D245258-4352-4766-BED1-3A9AEA38544F}" sibTransId="{51B11AAB-E83C-4577-AF57-8111EB601DFF}"/>
    <dgm:cxn modelId="{6C2F8579-233A-485A-9973-3E8D68E2C79C}" type="presOf" srcId="{6ADF99C7-1EBF-4E75-873E-68EFC7629149}" destId="{B4C16AAD-973A-49FE-B83F-A142D8938397}" srcOrd="0" destOrd="0" presId="urn:microsoft.com/office/officeart/2008/layout/HorizontalMultiLevelHierarchy"/>
    <dgm:cxn modelId="{AC3D257A-2A5C-464E-92CF-EBA152F3A35E}" srcId="{4577AD91-E47E-45B4-9435-346A293A439C}" destId="{068964AF-0179-40FF-9292-DB3D98AB4B7D}" srcOrd="2" destOrd="0" parTransId="{A06856C4-FD14-4EF4-940C-812CC5314CEF}" sibTransId="{2469F0DB-FC4F-4281-9975-A43150FF0FF8}"/>
    <dgm:cxn modelId="{E60BE48D-0398-4CAC-978F-7432C86A9075}" type="presOf" srcId="{343EEF77-775C-4D5E-8DEC-20E22271A661}" destId="{53A00D55-890D-4D9B-94AD-5498F4FF00CF}" srcOrd="1" destOrd="0" presId="urn:microsoft.com/office/officeart/2008/layout/HorizontalMultiLevelHierarchy"/>
    <dgm:cxn modelId="{7DB68590-05DF-4C91-9662-7DBDE99F5F3D}" type="presOf" srcId="{53070779-7D15-483C-B6BA-81E417A0A5AD}" destId="{EE48D3CF-AC53-4A71-A679-0C077346E606}" srcOrd="0" destOrd="0" presId="urn:microsoft.com/office/officeart/2008/layout/HorizontalMultiLevelHierarchy"/>
    <dgm:cxn modelId="{26FD6D91-4517-49E8-9C85-DA2BAC547027}" type="presOf" srcId="{8D245258-4352-4766-BED1-3A9AEA38544F}" destId="{A1E8E887-9088-4004-ADCC-41BA87763C73}" srcOrd="0" destOrd="0" presId="urn:microsoft.com/office/officeart/2008/layout/HorizontalMultiLevelHierarchy"/>
    <dgm:cxn modelId="{F57FCD94-F0AF-4D6F-81F8-C09521AC66E5}" type="presOf" srcId="{A06856C4-FD14-4EF4-940C-812CC5314CEF}" destId="{AFF490BC-5B20-4BD6-A746-905193F82BFA}" srcOrd="0" destOrd="0" presId="urn:microsoft.com/office/officeart/2008/layout/HorizontalMultiLevelHierarchy"/>
    <dgm:cxn modelId="{9A5F3F9E-72CC-48D7-8193-E7A41ADC9426}" type="presOf" srcId="{A06856C4-FD14-4EF4-940C-812CC5314CEF}" destId="{45D641A3-12E7-470E-9E0E-A02642050159}" srcOrd="1" destOrd="0" presId="urn:microsoft.com/office/officeart/2008/layout/HorizontalMultiLevelHierarchy"/>
    <dgm:cxn modelId="{B5169FAD-A35C-4E5E-B551-24419CD5D3C0}" type="presOf" srcId="{427D9639-D886-4280-B79D-305E2968BE30}" destId="{260FFEDA-18E6-40FF-9445-38229381F9AC}" srcOrd="0" destOrd="0" presId="urn:microsoft.com/office/officeart/2008/layout/HorizontalMultiLevelHierarchy"/>
    <dgm:cxn modelId="{0FCF3AB9-F0B4-4A9B-91C6-63B72507FC1B}" srcId="{4577AD91-E47E-45B4-9435-346A293A439C}" destId="{138613D3-93A4-4CCD-8A7B-36A763292E5F}" srcOrd="4" destOrd="0" parTransId="{0A2A3BFC-DBFD-4204-B6B1-702D3785461C}" sibTransId="{C34CC013-0839-44B3-9B47-367A6F62DD9A}"/>
    <dgm:cxn modelId="{2CDA7AB9-1E39-4B64-A8DA-E7300D5B4CD2}" type="presOf" srcId="{068964AF-0179-40FF-9292-DB3D98AB4B7D}" destId="{436A523F-3F07-4F45-A010-307EDC3434E1}" srcOrd="0" destOrd="0" presId="urn:microsoft.com/office/officeart/2008/layout/HorizontalMultiLevelHierarchy"/>
    <dgm:cxn modelId="{877A4BCD-29FB-4225-81A4-7415929B1E8B}" srcId="{6ADF99C7-1EBF-4E75-873E-68EFC7629149}" destId="{4577AD91-E47E-45B4-9435-346A293A439C}" srcOrd="0" destOrd="0" parTransId="{4081C1E7-348D-420B-B1BA-85FD0FCAEC39}" sibTransId="{9F13D9E2-0A0C-4379-AEE1-483ACD49EE13}"/>
    <dgm:cxn modelId="{B0FB3CD1-D3C5-4A07-952C-77AA70910628}" type="presOf" srcId="{4577AD91-E47E-45B4-9435-346A293A439C}" destId="{1459A1F8-ABE5-41D0-93B9-1691B8011C57}" srcOrd="0" destOrd="0" presId="urn:microsoft.com/office/officeart/2008/layout/HorizontalMultiLevelHierarchy"/>
    <dgm:cxn modelId="{99DF7CE6-CC31-4EBE-B65F-008CC70EABAD}" srcId="{4577AD91-E47E-45B4-9435-346A293A439C}" destId="{5EDB039F-9163-464B-B8A1-62732367F241}" srcOrd="0" destOrd="0" parTransId="{427D9639-D886-4280-B79D-305E2968BE30}" sibTransId="{40BBE377-1104-44CD-9CBD-60311FA584B0}"/>
    <dgm:cxn modelId="{AAB1C5EC-957C-4C9F-A9F4-D032AA2A67EB}" type="presOf" srcId="{5EDB039F-9163-464B-B8A1-62732367F241}" destId="{6C17CEF4-7D50-422C-A4E0-BDC398C95725}" srcOrd="0" destOrd="0" presId="urn:microsoft.com/office/officeart/2008/layout/HorizontalMultiLevelHierarchy"/>
    <dgm:cxn modelId="{A9F08EFA-9491-4932-96F0-876FB09E1C34}" type="presOf" srcId="{138613D3-93A4-4CCD-8A7B-36A763292E5F}" destId="{ABD15BC9-2A76-4F28-950E-A1F9D6A81FD9}" srcOrd="0" destOrd="0" presId="urn:microsoft.com/office/officeart/2008/layout/HorizontalMultiLevelHierarchy"/>
    <dgm:cxn modelId="{7322EA37-3DA8-4D11-9E95-BFE6D999DFD1}" type="presParOf" srcId="{B4C16AAD-973A-49FE-B83F-A142D8938397}" destId="{A7F4A9C0-B2FF-473E-A90A-EE7BFD5316E5}" srcOrd="0" destOrd="0" presId="urn:microsoft.com/office/officeart/2008/layout/HorizontalMultiLevelHierarchy"/>
    <dgm:cxn modelId="{0623ADB8-35B5-4894-94C6-7D9C4DB73CC3}" type="presParOf" srcId="{A7F4A9C0-B2FF-473E-A90A-EE7BFD5316E5}" destId="{1459A1F8-ABE5-41D0-93B9-1691B8011C57}" srcOrd="0" destOrd="0" presId="urn:microsoft.com/office/officeart/2008/layout/HorizontalMultiLevelHierarchy"/>
    <dgm:cxn modelId="{6DB00FA4-4227-42E7-A43C-387EAD544ECA}" type="presParOf" srcId="{A7F4A9C0-B2FF-473E-A90A-EE7BFD5316E5}" destId="{683ED399-D49B-4D04-AC6C-5CBFBEC7593A}" srcOrd="1" destOrd="0" presId="urn:microsoft.com/office/officeart/2008/layout/HorizontalMultiLevelHierarchy"/>
    <dgm:cxn modelId="{0D68429F-69F2-4EFD-BA50-D7F8655E8D50}" type="presParOf" srcId="{683ED399-D49B-4D04-AC6C-5CBFBEC7593A}" destId="{260FFEDA-18E6-40FF-9445-38229381F9AC}" srcOrd="0" destOrd="0" presId="urn:microsoft.com/office/officeart/2008/layout/HorizontalMultiLevelHierarchy"/>
    <dgm:cxn modelId="{6D822DE9-D83D-44EC-9683-B14138475395}" type="presParOf" srcId="{260FFEDA-18E6-40FF-9445-38229381F9AC}" destId="{5DCAC9B2-2D38-42D4-A39F-3FBB65CBFEB8}" srcOrd="0" destOrd="0" presId="urn:microsoft.com/office/officeart/2008/layout/HorizontalMultiLevelHierarchy"/>
    <dgm:cxn modelId="{D4599957-534F-4131-8852-47160617004F}" type="presParOf" srcId="{683ED399-D49B-4D04-AC6C-5CBFBEC7593A}" destId="{FFEE1EDF-87FD-4F04-BD02-279F9667C700}" srcOrd="1" destOrd="0" presId="urn:microsoft.com/office/officeart/2008/layout/HorizontalMultiLevelHierarchy"/>
    <dgm:cxn modelId="{A27DC942-4D3C-47C3-AC5C-D60DC6794A21}" type="presParOf" srcId="{FFEE1EDF-87FD-4F04-BD02-279F9667C700}" destId="{6C17CEF4-7D50-422C-A4E0-BDC398C95725}" srcOrd="0" destOrd="0" presId="urn:microsoft.com/office/officeart/2008/layout/HorizontalMultiLevelHierarchy"/>
    <dgm:cxn modelId="{B749E62A-D151-4FE5-B57E-5A1E0967EB60}" type="presParOf" srcId="{FFEE1EDF-87FD-4F04-BD02-279F9667C700}" destId="{75181E6D-DE12-42E2-BAC9-FCCED4938DD8}" srcOrd="1" destOrd="0" presId="urn:microsoft.com/office/officeart/2008/layout/HorizontalMultiLevelHierarchy"/>
    <dgm:cxn modelId="{D77CDAA3-81C0-48BD-A6CF-CE729ABFD489}" type="presParOf" srcId="{683ED399-D49B-4D04-AC6C-5CBFBEC7593A}" destId="{A1E8E887-9088-4004-ADCC-41BA87763C73}" srcOrd="2" destOrd="0" presId="urn:microsoft.com/office/officeart/2008/layout/HorizontalMultiLevelHierarchy"/>
    <dgm:cxn modelId="{8FFB7FB7-8C02-4C15-9CE4-B2BF12144C6D}" type="presParOf" srcId="{A1E8E887-9088-4004-ADCC-41BA87763C73}" destId="{A1E07254-EBFB-4793-9CD1-CCF4295FB86A}" srcOrd="0" destOrd="0" presId="urn:microsoft.com/office/officeart/2008/layout/HorizontalMultiLevelHierarchy"/>
    <dgm:cxn modelId="{AA870D4B-2DDE-48A4-B966-1519636D9F4F}" type="presParOf" srcId="{683ED399-D49B-4D04-AC6C-5CBFBEC7593A}" destId="{52DC9A31-CE2C-4E55-A37D-4F7D13456EFC}" srcOrd="3" destOrd="0" presId="urn:microsoft.com/office/officeart/2008/layout/HorizontalMultiLevelHierarchy"/>
    <dgm:cxn modelId="{7317979B-9B0D-4BBE-A720-472D5A994F67}" type="presParOf" srcId="{52DC9A31-CE2C-4E55-A37D-4F7D13456EFC}" destId="{337D052B-2E7D-4A8F-80B5-88B916CB5228}" srcOrd="0" destOrd="0" presId="urn:microsoft.com/office/officeart/2008/layout/HorizontalMultiLevelHierarchy"/>
    <dgm:cxn modelId="{31A99F59-2C45-4E18-AC0E-AB7033D28744}" type="presParOf" srcId="{52DC9A31-CE2C-4E55-A37D-4F7D13456EFC}" destId="{75C27F2A-98E2-4CE2-AD30-5C2D57291441}" srcOrd="1" destOrd="0" presId="urn:microsoft.com/office/officeart/2008/layout/HorizontalMultiLevelHierarchy"/>
    <dgm:cxn modelId="{1B431C29-9D19-4BE7-AFC2-F9DA65479758}" type="presParOf" srcId="{683ED399-D49B-4D04-AC6C-5CBFBEC7593A}" destId="{AFF490BC-5B20-4BD6-A746-905193F82BFA}" srcOrd="4" destOrd="0" presId="urn:microsoft.com/office/officeart/2008/layout/HorizontalMultiLevelHierarchy"/>
    <dgm:cxn modelId="{97BB57D3-F89C-4CA9-9A02-372A99D16607}" type="presParOf" srcId="{AFF490BC-5B20-4BD6-A746-905193F82BFA}" destId="{45D641A3-12E7-470E-9E0E-A02642050159}" srcOrd="0" destOrd="0" presId="urn:microsoft.com/office/officeart/2008/layout/HorizontalMultiLevelHierarchy"/>
    <dgm:cxn modelId="{6464E728-626B-4739-87DB-56DF83A9A028}" type="presParOf" srcId="{683ED399-D49B-4D04-AC6C-5CBFBEC7593A}" destId="{13BD5488-47DA-43C2-9A67-BA419C30D237}" srcOrd="5" destOrd="0" presId="urn:microsoft.com/office/officeart/2008/layout/HorizontalMultiLevelHierarchy"/>
    <dgm:cxn modelId="{AFA68456-791C-471D-863C-A82734B6D507}" type="presParOf" srcId="{13BD5488-47DA-43C2-9A67-BA419C30D237}" destId="{436A523F-3F07-4F45-A010-307EDC3434E1}" srcOrd="0" destOrd="0" presId="urn:microsoft.com/office/officeart/2008/layout/HorizontalMultiLevelHierarchy"/>
    <dgm:cxn modelId="{4E6B6477-A7F4-4E59-A006-2F3F8B6D08B6}" type="presParOf" srcId="{13BD5488-47DA-43C2-9A67-BA419C30D237}" destId="{37C2A9FD-B551-496B-A25B-75206AA3D2E1}" srcOrd="1" destOrd="0" presId="urn:microsoft.com/office/officeart/2008/layout/HorizontalMultiLevelHierarchy"/>
    <dgm:cxn modelId="{1119A868-B691-49F9-BBD9-F981D05A9FAA}" type="presParOf" srcId="{683ED399-D49B-4D04-AC6C-5CBFBEC7593A}" destId="{73326C50-DD1F-4B41-88E1-78DAF626FA10}" srcOrd="6" destOrd="0" presId="urn:microsoft.com/office/officeart/2008/layout/HorizontalMultiLevelHierarchy"/>
    <dgm:cxn modelId="{C9B42E81-C670-42B5-BAF2-068DEB19584B}" type="presParOf" srcId="{73326C50-DD1F-4B41-88E1-78DAF626FA10}" destId="{53A00D55-890D-4D9B-94AD-5498F4FF00CF}" srcOrd="0" destOrd="0" presId="urn:microsoft.com/office/officeart/2008/layout/HorizontalMultiLevelHierarchy"/>
    <dgm:cxn modelId="{71A43300-9AF5-4463-A3CB-4CD7AC6140B1}" type="presParOf" srcId="{683ED399-D49B-4D04-AC6C-5CBFBEC7593A}" destId="{195D98AF-DE39-42E9-BBD3-6B3E5BEC3710}" srcOrd="7" destOrd="0" presId="urn:microsoft.com/office/officeart/2008/layout/HorizontalMultiLevelHierarchy"/>
    <dgm:cxn modelId="{6618A75E-A8BE-4F19-B395-DB3791E9A2C7}" type="presParOf" srcId="{195D98AF-DE39-42E9-BBD3-6B3E5BEC3710}" destId="{EE48D3CF-AC53-4A71-A679-0C077346E606}" srcOrd="0" destOrd="0" presId="urn:microsoft.com/office/officeart/2008/layout/HorizontalMultiLevelHierarchy"/>
    <dgm:cxn modelId="{C776CF62-000B-4C57-8AD2-A3C639ABAB7A}" type="presParOf" srcId="{195D98AF-DE39-42E9-BBD3-6B3E5BEC3710}" destId="{7357C09D-6561-436F-8153-36AFD83F0DDF}" srcOrd="1" destOrd="0" presId="urn:microsoft.com/office/officeart/2008/layout/HorizontalMultiLevelHierarchy"/>
    <dgm:cxn modelId="{9121D3C6-DA91-4116-A37B-2CFB60D5CB69}" type="presParOf" srcId="{683ED399-D49B-4D04-AC6C-5CBFBEC7593A}" destId="{57747B22-36DD-4360-9897-07A4B085FA5D}" srcOrd="8" destOrd="0" presId="urn:microsoft.com/office/officeart/2008/layout/HorizontalMultiLevelHierarchy"/>
    <dgm:cxn modelId="{588507C9-9743-470D-B5FF-31E7120F027D}" type="presParOf" srcId="{57747B22-36DD-4360-9897-07A4B085FA5D}" destId="{98DEE653-AC56-40F4-92F2-8F93423FCF5D}" srcOrd="0" destOrd="0" presId="urn:microsoft.com/office/officeart/2008/layout/HorizontalMultiLevelHierarchy"/>
    <dgm:cxn modelId="{1B6A5C12-65AA-40B3-A258-EB6F447DAFBE}" type="presParOf" srcId="{683ED399-D49B-4D04-AC6C-5CBFBEC7593A}" destId="{AFA8AD6B-1EB3-47D8-BE42-CBDD4F3D9000}" srcOrd="9" destOrd="0" presId="urn:microsoft.com/office/officeart/2008/layout/HorizontalMultiLevelHierarchy"/>
    <dgm:cxn modelId="{74F455E2-F394-4A8B-9E0B-0F85F60F7076}" type="presParOf" srcId="{AFA8AD6B-1EB3-47D8-BE42-CBDD4F3D9000}" destId="{ABD15BC9-2A76-4F28-950E-A1F9D6A81FD9}" srcOrd="0" destOrd="0" presId="urn:microsoft.com/office/officeart/2008/layout/HorizontalMultiLevelHierarchy"/>
    <dgm:cxn modelId="{8600FB1A-A874-4BBD-88D1-D08CF42E88B8}" type="presParOf" srcId="{AFA8AD6B-1EB3-47D8-BE42-CBDD4F3D9000}" destId="{CCC74A37-3A94-480A-8CE0-5EEF19FA7DFA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12E2BD-6F84-45B4-B5F1-76FEE27022D7}" type="doc">
      <dgm:prSet loTypeId="urn:microsoft.com/office/officeart/2005/8/layout/vList5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ru-RU"/>
        </a:p>
      </dgm:t>
    </dgm:pt>
    <dgm:pt modelId="{C7C49A16-D647-4022-AF00-E9B67A702D4F}">
      <dgm:prSet phldrT="[Текст]"/>
      <dgm:spPr/>
      <dgm:t>
        <a:bodyPr/>
        <a:lstStyle/>
        <a:p>
          <a:r>
            <a:rPr lang="ru-RU" dirty="0"/>
            <a:t>Достоверность</a:t>
          </a:r>
        </a:p>
      </dgm:t>
    </dgm:pt>
    <dgm:pt modelId="{FFDAC637-D274-4478-967C-F75E6D5C116E}" type="parTrans" cxnId="{5346571C-E869-4AD7-9A21-DF9901C37B39}">
      <dgm:prSet/>
      <dgm:spPr/>
      <dgm:t>
        <a:bodyPr/>
        <a:lstStyle/>
        <a:p>
          <a:endParaRPr lang="ru-RU"/>
        </a:p>
      </dgm:t>
    </dgm:pt>
    <dgm:pt modelId="{78F30E71-6878-40A8-AF41-601C98222CE8}" type="sibTrans" cxnId="{5346571C-E869-4AD7-9A21-DF9901C37B39}">
      <dgm:prSet/>
      <dgm:spPr/>
      <dgm:t>
        <a:bodyPr/>
        <a:lstStyle/>
        <a:p>
          <a:endParaRPr lang="ru-RU"/>
        </a:p>
      </dgm:t>
    </dgm:pt>
    <dgm:pt modelId="{28638382-6D77-41B4-A672-B1C3E9701C2E}">
      <dgm:prSet phldrT="[Текст]"/>
      <dgm:spPr/>
      <dgm:t>
        <a:bodyPr/>
        <a:lstStyle/>
        <a:p>
          <a:r>
            <a:rPr lang="ru-RU" dirty="0"/>
            <a:t>Целостность</a:t>
          </a:r>
        </a:p>
      </dgm:t>
    </dgm:pt>
    <dgm:pt modelId="{16E5FB6D-1131-40C5-85DF-EA071B076CA2}" type="parTrans" cxnId="{9738F77A-5996-4024-83C1-9E9CC0E67B0A}">
      <dgm:prSet/>
      <dgm:spPr/>
      <dgm:t>
        <a:bodyPr/>
        <a:lstStyle/>
        <a:p>
          <a:endParaRPr lang="ru-RU"/>
        </a:p>
      </dgm:t>
    </dgm:pt>
    <dgm:pt modelId="{F223AC54-035B-48BC-AAB5-52B19D79C054}" type="sibTrans" cxnId="{9738F77A-5996-4024-83C1-9E9CC0E67B0A}">
      <dgm:prSet/>
      <dgm:spPr/>
      <dgm:t>
        <a:bodyPr/>
        <a:lstStyle/>
        <a:p>
          <a:endParaRPr lang="ru-RU"/>
        </a:p>
      </dgm:t>
    </dgm:pt>
    <dgm:pt modelId="{0E13E9C7-1775-4C99-9187-1636B9154EF8}">
      <dgm:prSet phldrT="[Текст]"/>
      <dgm:spPr/>
      <dgm:t>
        <a:bodyPr/>
        <a:lstStyle/>
        <a:p>
          <a:r>
            <a:rPr lang="ru-RU" dirty="0"/>
            <a:t>Полнота</a:t>
          </a:r>
        </a:p>
      </dgm:t>
    </dgm:pt>
    <dgm:pt modelId="{2878ACB2-E170-47A7-A62C-511DE0D5192F}" type="parTrans" cxnId="{5F3D7CB5-D0BD-48A3-BE00-77DB24F53323}">
      <dgm:prSet/>
      <dgm:spPr/>
      <dgm:t>
        <a:bodyPr/>
        <a:lstStyle/>
        <a:p>
          <a:endParaRPr lang="ru-RU"/>
        </a:p>
      </dgm:t>
    </dgm:pt>
    <dgm:pt modelId="{4C3A0063-16B0-4A8D-B00C-D3F628128DAB}" type="sibTrans" cxnId="{5F3D7CB5-D0BD-48A3-BE00-77DB24F53323}">
      <dgm:prSet/>
      <dgm:spPr/>
      <dgm:t>
        <a:bodyPr/>
        <a:lstStyle/>
        <a:p>
          <a:endParaRPr lang="ru-RU"/>
        </a:p>
      </dgm:t>
    </dgm:pt>
    <dgm:pt modelId="{4DEA3799-F997-47B7-849F-3B9E724B1371}">
      <dgm:prSet phldrT="[Текст]"/>
      <dgm:spPr/>
      <dgm:t>
        <a:bodyPr/>
        <a:lstStyle/>
        <a:p>
          <a:r>
            <a:rPr lang="ru-RU" dirty="0"/>
            <a:t>Доступность</a:t>
          </a:r>
        </a:p>
      </dgm:t>
    </dgm:pt>
    <dgm:pt modelId="{2BBF7033-5577-4597-91AA-69B904BBFC61}" type="parTrans" cxnId="{45C75EF1-C7AE-4AC2-B3B6-5E65F18AFBA0}">
      <dgm:prSet/>
      <dgm:spPr/>
      <dgm:t>
        <a:bodyPr/>
        <a:lstStyle/>
        <a:p>
          <a:endParaRPr lang="ru-RU"/>
        </a:p>
      </dgm:t>
    </dgm:pt>
    <dgm:pt modelId="{8FC94189-2BD4-4B52-977C-B9F74B2797A1}" type="sibTrans" cxnId="{45C75EF1-C7AE-4AC2-B3B6-5E65F18AFBA0}">
      <dgm:prSet/>
      <dgm:spPr/>
      <dgm:t>
        <a:bodyPr/>
        <a:lstStyle/>
        <a:p>
          <a:endParaRPr lang="ru-RU"/>
        </a:p>
      </dgm:t>
    </dgm:pt>
    <dgm:pt modelId="{3D74A45E-A54B-489E-93F2-D2B0D8B6795F}">
      <dgm:prSet phldrT="[Текст]"/>
      <dgm:spPr/>
      <dgm:t>
        <a:bodyPr/>
        <a:lstStyle/>
        <a:p>
          <a:r>
            <a:rPr lang="ru-RU" dirty="0"/>
            <a:t>Целостность</a:t>
          </a:r>
        </a:p>
      </dgm:t>
    </dgm:pt>
    <dgm:pt modelId="{CC5B1E35-892E-4947-A912-24F6EDF45F99}" type="parTrans" cxnId="{360CDB58-1714-422E-923C-A383509B8C92}">
      <dgm:prSet/>
      <dgm:spPr/>
      <dgm:t>
        <a:bodyPr/>
        <a:lstStyle/>
        <a:p>
          <a:endParaRPr lang="ru-RU"/>
        </a:p>
      </dgm:t>
    </dgm:pt>
    <dgm:pt modelId="{12870155-105C-4E41-A10E-9F3910AC7F58}" type="sibTrans" cxnId="{360CDB58-1714-422E-923C-A383509B8C92}">
      <dgm:prSet/>
      <dgm:spPr/>
      <dgm:t>
        <a:bodyPr/>
        <a:lstStyle/>
        <a:p>
          <a:endParaRPr lang="ru-RU"/>
        </a:p>
      </dgm:t>
    </dgm:pt>
    <dgm:pt modelId="{FB8CEFDB-0A39-4151-99D2-5929287203DA}">
      <dgm:prSet phldrT="[Текст]"/>
      <dgm:spPr/>
      <dgm:t>
        <a:bodyPr/>
        <a:lstStyle/>
        <a:p>
          <a:r>
            <a:rPr lang="ru-RU" dirty="0"/>
            <a:t>Актуальность</a:t>
          </a:r>
        </a:p>
      </dgm:t>
    </dgm:pt>
    <dgm:pt modelId="{4A8D4DD8-6E3E-45C6-84A9-E03AF1F0E33D}" type="parTrans" cxnId="{E539A256-6EF4-40D1-8E54-0225876C6869}">
      <dgm:prSet/>
      <dgm:spPr/>
      <dgm:t>
        <a:bodyPr/>
        <a:lstStyle/>
        <a:p>
          <a:endParaRPr lang="ru-RU"/>
        </a:p>
      </dgm:t>
    </dgm:pt>
    <dgm:pt modelId="{38069F45-B58C-4F4F-8ADA-75AEDEC61BE6}" type="sibTrans" cxnId="{E539A256-6EF4-40D1-8E54-0225876C6869}">
      <dgm:prSet/>
      <dgm:spPr/>
      <dgm:t>
        <a:bodyPr/>
        <a:lstStyle/>
        <a:p>
          <a:endParaRPr lang="ru-RU"/>
        </a:p>
      </dgm:t>
    </dgm:pt>
    <dgm:pt modelId="{8E7EABFF-C8D4-4D37-8D35-0BA45546A5F5}">
      <dgm:prSet phldrT="[Текст]"/>
      <dgm:spPr/>
      <dgm:t>
        <a:bodyPr/>
        <a:lstStyle/>
        <a:p>
          <a:r>
            <a:rPr lang="ru-RU" dirty="0"/>
            <a:t>Доступность</a:t>
          </a:r>
        </a:p>
      </dgm:t>
    </dgm:pt>
    <dgm:pt modelId="{B32C5857-12EA-4430-8978-F3D831516B69}" type="parTrans" cxnId="{7DB2A83B-D9F1-4439-B0D7-495352D563C8}">
      <dgm:prSet/>
      <dgm:spPr/>
      <dgm:t>
        <a:bodyPr/>
        <a:lstStyle/>
        <a:p>
          <a:endParaRPr lang="ru-RU"/>
        </a:p>
      </dgm:t>
    </dgm:pt>
    <dgm:pt modelId="{DA5121ED-AA4B-4C09-A587-9BAC71B0077D}" type="sibTrans" cxnId="{7DB2A83B-D9F1-4439-B0D7-495352D563C8}">
      <dgm:prSet/>
      <dgm:spPr/>
      <dgm:t>
        <a:bodyPr/>
        <a:lstStyle/>
        <a:p>
          <a:endParaRPr lang="ru-RU"/>
        </a:p>
      </dgm:t>
    </dgm:pt>
    <dgm:pt modelId="{76A64ED7-74CE-417C-9C5F-1CD3BF92E87D}">
      <dgm:prSet phldrT="[Текст]"/>
      <dgm:spPr/>
      <dgm:t>
        <a:bodyPr/>
        <a:lstStyle/>
        <a:p>
          <a:r>
            <a:rPr lang="ru-RU" dirty="0"/>
            <a:t>Доступность</a:t>
          </a:r>
        </a:p>
      </dgm:t>
    </dgm:pt>
    <dgm:pt modelId="{2C4DFA81-4AD5-4A84-9301-3CD46C57BCBC}" type="parTrans" cxnId="{FC28B410-22F4-4A05-9534-F9AEE17A76D2}">
      <dgm:prSet/>
      <dgm:spPr/>
      <dgm:t>
        <a:bodyPr/>
        <a:lstStyle/>
        <a:p>
          <a:endParaRPr lang="ru-RU"/>
        </a:p>
      </dgm:t>
    </dgm:pt>
    <dgm:pt modelId="{BF279425-01FC-415F-8038-38B310583913}" type="sibTrans" cxnId="{FC28B410-22F4-4A05-9534-F9AEE17A76D2}">
      <dgm:prSet/>
      <dgm:spPr/>
      <dgm:t>
        <a:bodyPr/>
        <a:lstStyle/>
        <a:p>
          <a:endParaRPr lang="ru-RU"/>
        </a:p>
      </dgm:t>
    </dgm:pt>
    <dgm:pt modelId="{B9E5325C-A6C8-4994-AB17-D2FC6AE53CCE}">
      <dgm:prSet phldrT="[Текст]"/>
      <dgm:spPr/>
      <dgm:t>
        <a:bodyPr/>
        <a:lstStyle/>
        <a:p>
          <a:r>
            <a:rPr lang="ru-RU" dirty="0"/>
            <a:t>Доступность</a:t>
          </a:r>
        </a:p>
      </dgm:t>
    </dgm:pt>
    <dgm:pt modelId="{C4190F03-A83A-45A4-80F5-C6E1213808E8}" type="parTrans" cxnId="{0FBDA8AA-1089-49BB-87AC-E2AC1127F8CE}">
      <dgm:prSet/>
      <dgm:spPr/>
      <dgm:t>
        <a:bodyPr/>
        <a:lstStyle/>
        <a:p>
          <a:endParaRPr lang="ru-RU"/>
        </a:p>
      </dgm:t>
    </dgm:pt>
    <dgm:pt modelId="{5CFAB9DD-82A9-49EA-A319-E44BC446A20C}" type="sibTrans" cxnId="{0FBDA8AA-1089-49BB-87AC-E2AC1127F8CE}">
      <dgm:prSet/>
      <dgm:spPr/>
      <dgm:t>
        <a:bodyPr/>
        <a:lstStyle/>
        <a:p>
          <a:endParaRPr lang="ru-RU"/>
        </a:p>
      </dgm:t>
    </dgm:pt>
    <dgm:pt modelId="{3CE02324-0267-4989-9BA4-BBFF7CD90C7A}">
      <dgm:prSet phldrT="[Текст]"/>
      <dgm:spPr/>
      <dgm:t>
        <a:bodyPr/>
        <a:lstStyle/>
        <a:p>
          <a:r>
            <a:rPr lang="ru-RU" dirty="0"/>
            <a:t>Ценность</a:t>
          </a:r>
        </a:p>
      </dgm:t>
    </dgm:pt>
    <dgm:pt modelId="{6CD750AD-DECA-4A72-81A4-5B6F49D0F7B0}" type="parTrans" cxnId="{A3A3B743-F4E1-4939-AD8C-2CE0E479A024}">
      <dgm:prSet/>
      <dgm:spPr/>
      <dgm:t>
        <a:bodyPr/>
        <a:lstStyle/>
        <a:p>
          <a:endParaRPr lang="ru-RU"/>
        </a:p>
      </dgm:t>
    </dgm:pt>
    <dgm:pt modelId="{97B44FA0-B6D0-4B00-ABDF-3A40502CE873}" type="sibTrans" cxnId="{A3A3B743-F4E1-4939-AD8C-2CE0E479A024}">
      <dgm:prSet/>
      <dgm:spPr/>
      <dgm:t>
        <a:bodyPr/>
        <a:lstStyle/>
        <a:p>
          <a:endParaRPr lang="ru-RU"/>
        </a:p>
      </dgm:t>
    </dgm:pt>
    <dgm:pt modelId="{79C691B6-84E1-4D82-8D6C-31EDE2A78461}">
      <dgm:prSet phldrT="[Текст]"/>
      <dgm:spPr/>
      <dgm:t>
        <a:bodyPr/>
        <a:lstStyle/>
        <a:p>
          <a:r>
            <a:rPr lang="ru-RU" dirty="0"/>
            <a:t>Конфиденциальность</a:t>
          </a:r>
        </a:p>
      </dgm:t>
    </dgm:pt>
    <dgm:pt modelId="{C4FBF017-29E0-4E78-A613-ECE4F5A38355}" type="parTrans" cxnId="{244730A2-1D46-4FEF-A470-9362032BAFB5}">
      <dgm:prSet/>
      <dgm:spPr/>
      <dgm:t>
        <a:bodyPr/>
        <a:lstStyle/>
        <a:p>
          <a:endParaRPr lang="ru-RU"/>
        </a:p>
      </dgm:t>
    </dgm:pt>
    <dgm:pt modelId="{AFBBEAAA-C941-44E3-A230-D6F9EF2FFAEC}" type="sibTrans" cxnId="{244730A2-1D46-4FEF-A470-9362032BAFB5}">
      <dgm:prSet/>
      <dgm:spPr/>
      <dgm:t>
        <a:bodyPr/>
        <a:lstStyle/>
        <a:p>
          <a:endParaRPr lang="ru-RU"/>
        </a:p>
      </dgm:t>
    </dgm:pt>
    <dgm:pt modelId="{0CAE5D87-5EDE-405A-B0A6-98FBCCA229D0}" type="pres">
      <dgm:prSet presAssocID="{9B12E2BD-6F84-45B4-B5F1-76FEE27022D7}" presName="Name0" presStyleCnt="0">
        <dgm:presLayoutVars>
          <dgm:dir/>
          <dgm:animLvl val="lvl"/>
          <dgm:resizeHandles val="exact"/>
        </dgm:presLayoutVars>
      </dgm:prSet>
      <dgm:spPr/>
    </dgm:pt>
    <dgm:pt modelId="{A665E57D-ED67-4F5D-8132-192C75C2D575}" type="pres">
      <dgm:prSet presAssocID="{C7C49A16-D647-4022-AF00-E9B67A702D4F}" presName="linNode" presStyleCnt="0"/>
      <dgm:spPr/>
    </dgm:pt>
    <dgm:pt modelId="{2332AD08-FFF3-4D20-91C8-6B79C9782315}" type="pres">
      <dgm:prSet presAssocID="{C7C49A16-D647-4022-AF00-E9B67A702D4F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22743BF8-0984-4F3F-A2E6-7896F79CF23B}" type="pres">
      <dgm:prSet presAssocID="{C7C49A16-D647-4022-AF00-E9B67A702D4F}" presName="descendantText" presStyleLbl="alignAccFollowNode1" presStyleIdx="0" presStyleCnt="5" custLinFactNeighborX="-3125" custLinFactNeighborY="-1636">
        <dgm:presLayoutVars>
          <dgm:bulletEnabled val="1"/>
        </dgm:presLayoutVars>
      </dgm:prSet>
      <dgm:spPr/>
    </dgm:pt>
    <dgm:pt modelId="{0674AB56-3A99-4457-A6C1-C95638092266}" type="pres">
      <dgm:prSet presAssocID="{78F30E71-6878-40A8-AF41-601C98222CE8}" presName="sp" presStyleCnt="0"/>
      <dgm:spPr/>
    </dgm:pt>
    <dgm:pt modelId="{1BE0F869-908F-4962-8472-55065B6C8952}" type="pres">
      <dgm:prSet presAssocID="{0E13E9C7-1775-4C99-9187-1636B9154EF8}" presName="linNode" presStyleCnt="0"/>
      <dgm:spPr/>
    </dgm:pt>
    <dgm:pt modelId="{5AE110BA-460B-44A4-9907-185FCD54B179}" type="pres">
      <dgm:prSet presAssocID="{0E13E9C7-1775-4C99-9187-1636B9154EF8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BAD0B3C6-AE79-4078-8DA3-1F978493D878}" type="pres">
      <dgm:prSet presAssocID="{0E13E9C7-1775-4C99-9187-1636B9154EF8}" presName="descendantText" presStyleLbl="alignAccFollowNode1" presStyleIdx="1" presStyleCnt="5">
        <dgm:presLayoutVars>
          <dgm:bulletEnabled val="1"/>
        </dgm:presLayoutVars>
      </dgm:prSet>
      <dgm:spPr/>
    </dgm:pt>
    <dgm:pt modelId="{3E66D5FB-1E5B-448A-A332-71BF078AD709}" type="pres">
      <dgm:prSet presAssocID="{4C3A0063-16B0-4A8D-B00C-D3F628128DAB}" presName="sp" presStyleCnt="0"/>
      <dgm:spPr/>
    </dgm:pt>
    <dgm:pt modelId="{0BA2D036-760C-451D-867A-FD0D7A562BE0}" type="pres">
      <dgm:prSet presAssocID="{FB8CEFDB-0A39-4151-99D2-5929287203DA}" presName="linNode" presStyleCnt="0"/>
      <dgm:spPr/>
    </dgm:pt>
    <dgm:pt modelId="{D2714491-943E-42CF-8A73-CDB70BAF14D2}" type="pres">
      <dgm:prSet presAssocID="{FB8CEFDB-0A39-4151-99D2-5929287203DA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82AED3B4-22B0-4017-9A50-83A2D11F9339}" type="pres">
      <dgm:prSet presAssocID="{FB8CEFDB-0A39-4151-99D2-5929287203DA}" presName="descendantText" presStyleLbl="alignAccFollowNode1" presStyleIdx="2" presStyleCnt="5">
        <dgm:presLayoutVars>
          <dgm:bulletEnabled val="1"/>
        </dgm:presLayoutVars>
      </dgm:prSet>
      <dgm:spPr/>
    </dgm:pt>
    <dgm:pt modelId="{2230B2F3-3101-42F4-BE9E-BF61A3D78CD9}" type="pres">
      <dgm:prSet presAssocID="{38069F45-B58C-4F4F-8ADA-75AEDEC61BE6}" presName="sp" presStyleCnt="0"/>
      <dgm:spPr/>
    </dgm:pt>
    <dgm:pt modelId="{CDC7D00F-D4CF-465B-8C4D-97D1CD07634A}" type="pres">
      <dgm:prSet presAssocID="{76A64ED7-74CE-417C-9C5F-1CD3BF92E87D}" presName="linNode" presStyleCnt="0"/>
      <dgm:spPr/>
    </dgm:pt>
    <dgm:pt modelId="{862FE00A-8E00-4DB8-9F8F-17CB2F2F93EB}" type="pres">
      <dgm:prSet presAssocID="{76A64ED7-74CE-417C-9C5F-1CD3BF92E87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200C1936-2B0D-4351-8AC0-7845ACD960C7}" type="pres">
      <dgm:prSet presAssocID="{76A64ED7-74CE-417C-9C5F-1CD3BF92E87D}" presName="descendantText" presStyleLbl="alignAccFollowNode1" presStyleIdx="3" presStyleCnt="5">
        <dgm:presLayoutVars>
          <dgm:bulletEnabled val="1"/>
        </dgm:presLayoutVars>
      </dgm:prSet>
      <dgm:spPr/>
    </dgm:pt>
    <dgm:pt modelId="{9CA994D4-931B-4582-A18D-D5F1A275B880}" type="pres">
      <dgm:prSet presAssocID="{BF279425-01FC-415F-8038-38B310583913}" presName="sp" presStyleCnt="0"/>
      <dgm:spPr/>
    </dgm:pt>
    <dgm:pt modelId="{9426CAC9-99ED-4139-A0BD-D0668963EF58}" type="pres">
      <dgm:prSet presAssocID="{3CE02324-0267-4989-9BA4-BBFF7CD90C7A}" presName="linNode" presStyleCnt="0"/>
      <dgm:spPr/>
    </dgm:pt>
    <dgm:pt modelId="{85F8C4A9-2AD1-4B29-819F-21CB183C6541}" type="pres">
      <dgm:prSet presAssocID="{3CE02324-0267-4989-9BA4-BBFF7CD90C7A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4BC2BB1A-CACC-4BA8-99F8-CB13C46E4FA8}" type="pres">
      <dgm:prSet presAssocID="{3CE02324-0267-4989-9BA4-BBFF7CD90C7A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347D1102-A646-4D43-8E9F-695D1DEC50E4}" type="presOf" srcId="{3D74A45E-A54B-489E-93F2-D2B0D8B6795F}" destId="{BAD0B3C6-AE79-4078-8DA3-1F978493D878}" srcOrd="0" destOrd="1" presId="urn:microsoft.com/office/officeart/2005/8/layout/vList5"/>
    <dgm:cxn modelId="{B9603D0E-554E-4D1A-AD17-4FE81B4D19B0}" type="presOf" srcId="{3CE02324-0267-4989-9BA4-BBFF7CD90C7A}" destId="{85F8C4A9-2AD1-4B29-819F-21CB183C6541}" srcOrd="0" destOrd="0" presId="urn:microsoft.com/office/officeart/2005/8/layout/vList5"/>
    <dgm:cxn modelId="{FC28B410-22F4-4A05-9534-F9AEE17A76D2}" srcId="{9B12E2BD-6F84-45B4-B5F1-76FEE27022D7}" destId="{76A64ED7-74CE-417C-9C5F-1CD3BF92E87D}" srcOrd="3" destOrd="0" parTransId="{2C4DFA81-4AD5-4A84-9301-3CD46C57BCBC}" sibTransId="{BF279425-01FC-415F-8038-38B310583913}"/>
    <dgm:cxn modelId="{5346571C-E869-4AD7-9A21-DF9901C37B39}" srcId="{9B12E2BD-6F84-45B4-B5F1-76FEE27022D7}" destId="{C7C49A16-D647-4022-AF00-E9B67A702D4F}" srcOrd="0" destOrd="0" parTransId="{FFDAC637-D274-4478-967C-F75E6D5C116E}" sibTransId="{78F30E71-6878-40A8-AF41-601C98222CE8}"/>
    <dgm:cxn modelId="{7DB2A83B-D9F1-4439-B0D7-495352D563C8}" srcId="{FB8CEFDB-0A39-4151-99D2-5929287203DA}" destId="{8E7EABFF-C8D4-4D37-8D35-0BA45546A5F5}" srcOrd="0" destOrd="0" parTransId="{B32C5857-12EA-4430-8978-F3D831516B69}" sibTransId="{DA5121ED-AA4B-4C09-A587-9BAC71B0077D}"/>
    <dgm:cxn modelId="{A3A3B743-F4E1-4939-AD8C-2CE0E479A024}" srcId="{9B12E2BD-6F84-45B4-B5F1-76FEE27022D7}" destId="{3CE02324-0267-4989-9BA4-BBFF7CD90C7A}" srcOrd="4" destOrd="0" parTransId="{6CD750AD-DECA-4A72-81A4-5B6F49D0F7B0}" sibTransId="{97B44FA0-B6D0-4B00-ABDF-3A40502CE873}"/>
    <dgm:cxn modelId="{D8001F50-4254-4E16-9567-C15A1001CA7B}" type="presOf" srcId="{4DEA3799-F997-47B7-849F-3B9E724B1371}" destId="{BAD0B3C6-AE79-4078-8DA3-1F978493D878}" srcOrd="0" destOrd="0" presId="urn:microsoft.com/office/officeart/2005/8/layout/vList5"/>
    <dgm:cxn modelId="{E539A256-6EF4-40D1-8E54-0225876C6869}" srcId="{9B12E2BD-6F84-45B4-B5F1-76FEE27022D7}" destId="{FB8CEFDB-0A39-4151-99D2-5929287203DA}" srcOrd="2" destOrd="0" parTransId="{4A8D4DD8-6E3E-45C6-84A9-E03AF1F0E33D}" sibTransId="{38069F45-B58C-4F4F-8ADA-75AEDEC61BE6}"/>
    <dgm:cxn modelId="{827CC457-E875-4160-B47D-85B118790AF9}" type="presOf" srcId="{FB8CEFDB-0A39-4151-99D2-5929287203DA}" destId="{D2714491-943E-42CF-8A73-CDB70BAF14D2}" srcOrd="0" destOrd="0" presId="urn:microsoft.com/office/officeart/2005/8/layout/vList5"/>
    <dgm:cxn modelId="{6786AD58-433C-4043-AF95-1302D119516E}" type="presOf" srcId="{76A64ED7-74CE-417C-9C5F-1CD3BF92E87D}" destId="{862FE00A-8E00-4DB8-9F8F-17CB2F2F93EB}" srcOrd="0" destOrd="0" presId="urn:microsoft.com/office/officeart/2005/8/layout/vList5"/>
    <dgm:cxn modelId="{360CDB58-1714-422E-923C-A383509B8C92}" srcId="{0E13E9C7-1775-4C99-9187-1636B9154EF8}" destId="{3D74A45E-A54B-489E-93F2-D2B0D8B6795F}" srcOrd="1" destOrd="0" parTransId="{CC5B1E35-892E-4947-A912-24F6EDF45F99}" sibTransId="{12870155-105C-4E41-A10E-9F3910AC7F58}"/>
    <dgm:cxn modelId="{9738F77A-5996-4024-83C1-9E9CC0E67B0A}" srcId="{C7C49A16-D647-4022-AF00-E9B67A702D4F}" destId="{28638382-6D77-41B4-A672-B1C3E9701C2E}" srcOrd="0" destOrd="0" parTransId="{16E5FB6D-1131-40C5-85DF-EA071B076CA2}" sibTransId="{F223AC54-035B-48BC-AAB5-52B19D79C054}"/>
    <dgm:cxn modelId="{481B8384-B5A3-4A0C-AA28-A60C39D38701}" type="presOf" srcId="{9B12E2BD-6F84-45B4-B5F1-76FEE27022D7}" destId="{0CAE5D87-5EDE-405A-B0A6-98FBCCA229D0}" srcOrd="0" destOrd="0" presId="urn:microsoft.com/office/officeart/2005/8/layout/vList5"/>
    <dgm:cxn modelId="{442B7B96-10C6-4756-975B-7F56851DCC7F}" type="presOf" srcId="{0E13E9C7-1775-4C99-9187-1636B9154EF8}" destId="{5AE110BA-460B-44A4-9907-185FCD54B179}" srcOrd="0" destOrd="0" presId="urn:microsoft.com/office/officeart/2005/8/layout/vList5"/>
    <dgm:cxn modelId="{244730A2-1D46-4FEF-A470-9362032BAFB5}" srcId="{3CE02324-0267-4989-9BA4-BBFF7CD90C7A}" destId="{79C691B6-84E1-4D82-8D6C-31EDE2A78461}" srcOrd="0" destOrd="0" parTransId="{C4FBF017-29E0-4E78-A613-ECE4F5A38355}" sibTransId="{AFBBEAAA-C941-44E3-A230-D6F9EF2FFAEC}"/>
    <dgm:cxn modelId="{0FBDA8AA-1089-49BB-87AC-E2AC1127F8CE}" srcId="{76A64ED7-74CE-417C-9C5F-1CD3BF92E87D}" destId="{B9E5325C-A6C8-4994-AB17-D2FC6AE53CCE}" srcOrd="0" destOrd="0" parTransId="{C4190F03-A83A-45A4-80F5-C6E1213808E8}" sibTransId="{5CFAB9DD-82A9-49EA-A319-E44BC446A20C}"/>
    <dgm:cxn modelId="{C76F3BB5-03F3-4C4E-B773-CCD5C518ABC0}" type="presOf" srcId="{79C691B6-84E1-4D82-8D6C-31EDE2A78461}" destId="{4BC2BB1A-CACC-4BA8-99F8-CB13C46E4FA8}" srcOrd="0" destOrd="0" presId="urn:microsoft.com/office/officeart/2005/8/layout/vList5"/>
    <dgm:cxn modelId="{5F3D7CB5-D0BD-48A3-BE00-77DB24F53323}" srcId="{9B12E2BD-6F84-45B4-B5F1-76FEE27022D7}" destId="{0E13E9C7-1775-4C99-9187-1636B9154EF8}" srcOrd="1" destOrd="0" parTransId="{2878ACB2-E170-47A7-A62C-511DE0D5192F}" sibTransId="{4C3A0063-16B0-4A8D-B00C-D3F628128DAB}"/>
    <dgm:cxn modelId="{908D60C0-3582-44AB-9CAB-BA46D1374248}" type="presOf" srcId="{28638382-6D77-41B4-A672-B1C3E9701C2E}" destId="{22743BF8-0984-4F3F-A2E6-7896F79CF23B}" srcOrd="0" destOrd="0" presId="urn:microsoft.com/office/officeart/2005/8/layout/vList5"/>
    <dgm:cxn modelId="{706B4CE2-D4AC-48F4-B760-E3CF7416F380}" type="presOf" srcId="{B9E5325C-A6C8-4994-AB17-D2FC6AE53CCE}" destId="{200C1936-2B0D-4351-8AC0-7845ACD960C7}" srcOrd="0" destOrd="0" presId="urn:microsoft.com/office/officeart/2005/8/layout/vList5"/>
    <dgm:cxn modelId="{464014E4-8552-4C8D-A278-BDE29268DE86}" type="presOf" srcId="{C7C49A16-D647-4022-AF00-E9B67A702D4F}" destId="{2332AD08-FFF3-4D20-91C8-6B79C9782315}" srcOrd="0" destOrd="0" presId="urn:microsoft.com/office/officeart/2005/8/layout/vList5"/>
    <dgm:cxn modelId="{5841D2E9-21DB-422C-B17E-98D012A22D30}" type="presOf" srcId="{8E7EABFF-C8D4-4D37-8D35-0BA45546A5F5}" destId="{82AED3B4-22B0-4017-9A50-83A2D11F9339}" srcOrd="0" destOrd="0" presId="urn:microsoft.com/office/officeart/2005/8/layout/vList5"/>
    <dgm:cxn modelId="{45C75EF1-C7AE-4AC2-B3B6-5E65F18AFBA0}" srcId="{0E13E9C7-1775-4C99-9187-1636B9154EF8}" destId="{4DEA3799-F997-47B7-849F-3B9E724B1371}" srcOrd="0" destOrd="0" parTransId="{2BBF7033-5577-4597-91AA-69B904BBFC61}" sibTransId="{8FC94189-2BD4-4B52-977C-B9F74B2797A1}"/>
    <dgm:cxn modelId="{7C47774A-56E7-4C31-9B84-45CC50C30938}" type="presParOf" srcId="{0CAE5D87-5EDE-405A-B0A6-98FBCCA229D0}" destId="{A665E57D-ED67-4F5D-8132-192C75C2D575}" srcOrd="0" destOrd="0" presId="urn:microsoft.com/office/officeart/2005/8/layout/vList5"/>
    <dgm:cxn modelId="{F788F09B-3829-4370-BC06-54F709353C56}" type="presParOf" srcId="{A665E57D-ED67-4F5D-8132-192C75C2D575}" destId="{2332AD08-FFF3-4D20-91C8-6B79C9782315}" srcOrd="0" destOrd="0" presId="urn:microsoft.com/office/officeart/2005/8/layout/vList5"/>
    <dgm:cxn modelId="{4CACC8F3-0A0C-49E4-85BF-B6B284578806}" type="presParOf" srcId="{A665E57D-ED67-4F5D-8132-192C75C2D575}" destId="{22743BF8-0984-4F3F-A2E6-7896F79CF23B}" srcOrd="1" destOrd="0" presId="urn:microsoft.com/office/officeart/2005/8/layout/vList5"/>
    <dgm:cxn modelId="{68FD842A-A322-44C6-84EE-965C75B123B0}" type="presParOf" srcId="{0CAE5D87-5EDE-405A-B0A6-98FBCCA229D0}" destId="{0674AB56-3A99-4457-A6C1-C95638092266}" srcOrd="1" destOrd="0" presId="urn:microsoft.com/office/officeart/2005/8/layout/vList5"/>
    <dgm:cxn modelId="{3B87ADD9-42BE-454C-B8A6-F4B2AEAF2124}" type="presParOf" srcId="{0CAE5D87-5EDE-405A-B0A6-98FBCCA229D0}" destId="{1BE0F869-908F-4962-8472-55065B6C8952}" srcOrd="2" destOrd="0" presId="urn:microsoft.com/office/officeart/2005/8/layout/vList5"/>
    <dgm:cxn modelId="{6E266F18-3B71-42C1-9F6D-25E280170AC6}" type="presParOf" srcId="{1BE0F869-908F-4962-8472-55065B6C8952}" destId="{5AE110BA-460B-44A4-9907-185FCD54B179}" srcOrd="0" destOrd="0" presId="urn:microsoft.com/office/officeart/2005/8/layout/vList5"/>
    <dgm:cxn modelId="{CCFD2835-82FF-4A10-8AAE-32A2077C1FA2}" type="presParOf" srcId="{1BE0F869-908F-4962-8472-55065B6C8952}" destId="{BAD0B3C6-AE79-4078-8DA3-1F978493D878}" srcOrd="1" destOrd="0" presId="urn:microsoft.com/office/officeart/2005/8/layout/vList5"/>
    <dgm:cxn modelId="{10E63824-C4EE-445F-8553-73FD4076234A}" type="presParOf" srcId="{0CAE5D87-5EDE-405A-B0A6-98FBCCA229D0}" destId="{3E66D5FB-1E5B-448A-A332-71BF078AD709}" srcOrd="3" destOrd="0" presId="urn:microsoft.com/office/officeart/2005/8/layout/vList5"/>
    <dgm:cxn modelId="{532C19EC-2408-46D1-9A0E-F55074A6E834}" type="presParOf" srcId="{0CAE5D87-5EDE-405A-B0A6-98FBCCA229D0}" destId="{0BA2D036-760C-451D-867A-FD0D7A562BE0}" srcOrd="4" destOrd="0" presId="urn:microsoft.com/office/officeart/2005/8/layout/vList5"/>
    <dgm:cxn modelId="{C06212E2-CF70-4932-A7ED-0CBC5EC5CD44}" type="presParOf" srcId="{0BA2D036-760C-451D-867A-FD0D7A562BE0}" destId="{D2714491-943E-42CF-8A73-CDB70BAF14D2}" srcOrd="0" destOrd="0" presId="urn:microsoft.com/office/officeart/2005/8/layout/vList5"/>
    <dgm:cxn modelId="{2A5CC9E5-50E0-4663-9059-F744C7D454F1}" type="presParOf" srcId="{0BA2D036-760C-451D-867A-FD0D7A562BE0}" destId="{82AED3B4-22B0-4017-9A50-83A2D11F9339}" srcOrd="1" destOrd="0" presId="urn:microsoft.com/office/officeart/2005/8/layout/vList5"/>
    <dgm:cxn modelId="{F2C07996-D912-458F-8899-5660F04D732C}" type="presParOf" srcId="{0CAE5D87-5EDE-405A-B0A6-98FBCCA229D0}" destId="{2230B2F3-3101-42F4-BE9E-BF61A3D78CD9}" srcOrd="5" destOrd="0" presId="urn:microsoft.com/office/officeart/2005/8/layout/vList5"/>
    <dgm:cxn modelId="{FF6E2469-CF5B-4930-81F7-EBDDCA9DC322}" type="presParOf" srcId="{0CAE5D87-5EDE-405A-B0A6-98FBCCA229D0}" destId="{CDC7D00F-D4CF-465B-8C4D-97D1CD07634A}" srcOrd="6" destOrd="0" presId="urn:microsoft.com/office/officeart/2005/8/layout/vList5"/>
    <dgm:cxn modelId="{5927DFBA-C4AE-4577-AC7A-E330EF2A1D29}" type="presParOf" srcId="{CDC7D00F-D4CF-465B-8C4D-97D1CD07634A}" destId="{862FE00A-8E00-4DB8-9F8F-17CB2F2F93EB}" srcOrd="0" destOrd="0" presId="urn:microsoft.com/office/officeart/2005/8/layout/vList5"/>
    <dgm:cxn modelId="{B9495276-FA17-47F1-8830-8B1EDFE032D3}" type="presParOf" srcId="{CDC7D00F-D4CF-465B-8C4D-97D1CD07634A}" destId="{200C1936-2B0D-4351-8AC0-7845ACD960C7}" srcOrd="1" destOrd="0" presId="urn:microsoft.com/office/officeart/2005/8/layout/vList5"/>
    <dgm:cxn modelId="{DC91ABBF-2722-4CB9-B7E3-1495791A6AC3}" type="presParOf" srcId="{0CAE5D87-5EDE-405A-B0A6-98FBCCA229D0}" destId="{9CA994D4-931B-4582-A18D-D5F1A275B880}" srcOrd="7" destOrd="0" presId="urn:microsoft.com/office/officeart/2005/8/layout/vList5"/>
    <dgm:cxn modelId="{7E2561FA-4301-4FC4-8FC9-200EFFE6D118}" type="presParOf" srcId="{0CAE5D87-5EDE-405A-B0A6-98FBCCA229D0}" destId="{9426CAC9-99ED-4139-A0BD-D0668963EF58}" srcOrd="8" destOrd="0" presId="urn:microsoft.com/office/officeart/2005/8/layout/vList5"/>
    <dgm:cxn modelId="{560CC93E-B9D7-4FDF-94B0-0904E9F4ABFF}" type="presParOf" srcId="{9426CAC9-99ED-4139-A0BD-D0668963EF58}" destId="{85F8C4A9-2AD1-4B29-819F-21CB183C6541}" srcOrd="0" destOrd="0" presId="urn:microsoft.com/office/officeart/2005/8/layout/vList5"/>
    <dgm:cxn modelId="{0F0757A5-5CE6-4913-B8D8-0B6EB31729AE}" type="presParOf" srcId="{9426CAC9-99ED-4139-A0BD-D0668963EF58}" destId="{4BC2BB1A-CACC-4BA8-99F8-CB13C46E4FA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526649E-C6D8-4844-8BE2-D8C2E966AC54}" type="doc">
      <dgm:prSet loTypeId="urn:microsoft.com/office/officeart/2005/8/layout/vList5" loCatId="list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ru-RU"/>
        </a:p>
      </dgm:t>
    </dgm:pt>
    <dgm:pt modelId="{A85F3458-478D-4297-80B6-293324232C0F}">
      <dgm:prSet phldrT="[Текст]" custT="1"/>
      <dgm:spPr/>
      <dgm:t>
        <a:bodyPr/>
        <a:lstStyle/>
        <a:p>
          <a:r>
            <a:rPr lang="ru-RU" sz="2000" dirty="0"/>
            <a:t>Природа носителя</a:t>
          </a:r>
        </a:p>
      </dgm:t>
    </dgm:pt>
    <dgm:pt modelId="{6AAEF809-44E9-48FA-B158-56504342D1F6}" type="parTrans" cxnId="{388A0280-FA65-4F9A-BBE3-09E3A182B57A}">
      <dgm:prSet/>
      <dgm:spPr/>
      <dgm:t>
        <a:bodyPr/>
        <a:lstStyle/>
        <a:p>
          <a:endParaRPr lang="ru-RU"/>
        </a:p>
      </dgm:t>
    </dgm:pt>
    <dgm:pt modelId="{17362D50-2EBA-443E-93CF-9453C37EA84F}" type="sibTrans" cxnId="{388A0280-FA65-4F9A-BBE3-09E3A182B57A}">
      <dgm:prSet/>
      <dgm:spPr/>
      <dgm:t>
        <a:bodyPr/>
        <a:lstStyle/>
        <a:p>
          <a:endParaRPr lang="ru-RU"/>
        </a:p>
      </dgm:t>
    </dgm:pt>
    <dgm:pt modelId="{4FB5B709-C6C5-479D-897F-5170E288C565}">
      <dgm:prSet phldrT="[Текст]" custT="1"/>
      <dgm:spPr/>
      <dgm:t>
        <a:bodyPr/>
        <a:lstStyle/>
        <a:p>
          <a:r>
            <a:rPr lang="ru-RU" sz="1600" dirty="0"/>
            <a:t>Вещественно-предметные</a:t>
          </a:r>
        </a:p>
      </dgm:t>
    </dgm:pt>
    <dgm:pt modelId="{5D85797B-5001-4473-B0FA-F2260A05E314}" type="parTrans" cxnId="{1A858BCB-08BA-4C08-AA86-F6609E8646E1}">
      <dgm:prSet/>
      <dgm:spPr/>
      <dgm:t>
        <a:bodyPr/>
        <a:lstStyle/>
        <a:p>
          <a:endParaRPr lang="ru-RU"/>
        </a:p>
      </dgm:t>
    </dgm:pt>
    <dgm:pt modelId="{F28EAF37-9BAB-4ADE-984F-949E9E097A67}" type="sibTrans" cxnId="{1A858BCB-08BA-4C08-AA86-F6609E8646E1}">
      <dgm:prSet/>
      <dgm:spPr/>
      <dgm:t>
        <a:bodyPr/>
        <a:lstStyle/>
        <a:p>
          <a:endParaRPr lang="ru-RU"/>
        </a:p>
      </dgm:t>
    </dgm:pt>
    <dgm:pt modelId="{6410099A-ED2E-41E5-A810-44FCFD58FBF0}">
      <dgm:prSet phldrT="[Текст]" custT="1"/>
      <dgm:spPr/>
      <dgm:t>
        <a:bodyPr/>
        <a:lstStyle/>
        <a:p>
          <a:r>
            <a:rPr lang="ru-RU" sz="1600" dirty="0"/>
            <a:t>Биохимические</a:t>
          </a:r>
        </a:p>
      </dgm:t>
    </dgm:pt>
    <dgm:pt modelId="{AB5DE0AD-3626-4038-9F43-309223858F1D}" type="parTrans" cxnId="{B45ECA84-2FAE-42DC-9862-80AE4D6F835F}">
      <dgm:prSet/>
      <dgm:spPr/>
      <dgm:t>
        <a:bodyPr/>
        <a:lstStyle/>
        <a:p>
          <a:endParaRPr lang="ru-RU"/>
        </a:p>
      </dgm:t>
    </dgm:pt>
    <dgm:pt modelId="{8D8CA666-F618-489B-8ABF-8326D84C754D}" type="sibTrans" cxnId="{B45ECA84-2FAE-42DC-9862-80AE4D6F835F}">
      <dgm:prSet/>
      <dgm:spPr/>
      <dgm:t>
        <a:bodyPr/>
        <a:lstStyle/>
        <a:p>
          <a:endParaRPr lang="ru-RU"/>
        </a:p>
      </dgm:t>
    </dgm:pt>
    <dgm:pt modelId="{3C4A842F-0F9B-46C9-8DEC-69F167C8D23A}">
      <dgm:prSet phldrT="[Текст]" custT="1"/>
      <dgm:spPr/>
      <dgm:t>
        <a:bodyPr/>
        <a:lstStyle/>
        <a:p>
          <a:r>
            <a:rPr lang="ru-RU" sz="2000" dirty="0"/>
            <a:t>Назначение</a:t>
          </a:r>
        </a:p>
      </dgm:t>
    </dgm:pt>
    <dgm:pt modelId="{EF1AF0E7-AE37-4E84-A4A3-1C557100C6A7}" type="parTrans" cxnId="{2ABF8598-A9C4-4E39-ACA7-FA6C06204EA2}">
      <dgm:prSet/>
      <dgm:spPr/>
      <dgm:t>
        <a:bodyPr/>
        <a:lstStyle/>
        <a:p>
          <a:endParaRPr lang="ru-RU"/>
        </a:p>
      </dgm:t>
    </dgm:pt>
    <dgm:pt modelId="{56AA6780-C1E0-4181-920A-1AE7E8FF053A}" type="sibTrans" cxnId="{2ABF8598-A9C4-4E39-ACA7-FA6C06204EA2}">
      <dgm:prSet/>
      <dgm:spPr/>
      <dgm:t>
        <a:bodyPr/>
        <a:lstStyle/>
        <a:p>
          <a:endParaRPr lang="ru-RU"/>
        </a:p>
      </dgm:t>
    </dgm:pt>
    <dgm:pt modelId="{CD77A1E9-C641-4E84-9EF3-DC32FC23157A}">
      <dgm:prSet phldrT="[Текст]" custT="1"/>
      <dgm:spPr/>
      <dgm:t>
        <a:bodyPr/>
        <a:lstStyle/>
        <a:p>
          <a:r>
            <a:rPr lang="ru-RU" sz="1600" dirty="0"/>
            <a:t>Общее</a:t>
          </a:r>
        </a:p>
      </dgm:t>
    </dgm:pt>
    <dgm:pt modelId="{C803D795-CBF1-492D-8F90-37E792BADF33}" type="parTrans" cxnId="{CC2007DC-9C80-46F3-A0D5-26C8717F10CE}">
      <dgm:prSet/>
      <dgm:spPr/>
      <dgm:t>
        <a:bodyPr/>
        <a:lstStyle/>
        <a:p>
          <a:endParaRPr lang="ru-RU"/>
        </a:p>
      </dgm:t>
    </dgm:pt>
    <dgm:pt modelId="{B22B0242-0E51-439C-A83B-D7B28018048C}" type="sibTrans" cxnId="{CC2007DC-9C80-46F3-A0D5-26C8717F10CE}">
      <dgm:prSet/>
      <dgm:spPr/>
      <dgm:t>
        <a:bodyPr/>
        <a:lstStyle/>
        <a:p>
          <a:endParaRPr lang="ru-RU"/>
        </a:p>
      </dgm:t>
    </dgm:pt>
    <dgm:pt modelId="{D83EF82C-4C65-4DEF-9307-84676416B810}">
      <dgm:prSet phldrT="[Текст]" custT="1"/>
      <dgm:spPr/>
      <dgm:t>
        <a:bodyPr/>
        <a:lstStyle/>
        <a:p>
          <a:r>
            <a:rPr lang="ru-RU" sz="1600" dirty="0"/>
            <a:t>Специализированное</a:t>
          </a:r>
        </a:p>
      </dgm:t>
    </dgm:pt>
    <dgm:pt modelId="{707627E4-C4B3-4D30-A85B-537D618D245D}" type="parTrans" cxnId="{0CEF0D84-4943-44AE-9CE1-D063D0B13B28}">
      <dgm:prSet/>
      <dgm:spPr/>
      <dgm:t>
        <a:bodyPr/>
        <a:lstStyle/>
        <a:p>
          <a:endParaRPr lang="ru-RU"/>
        </a:p>
      </dgm:t>
    </dgm:pt>
    <dgm:pt modelId="{BC5F6E1D-506E-4420-A5C9-3DAFF87CAD28}" type="sibTrans" cxnId="{0CEF0D84-4943-44AE-9CE1-D063D0B13B28}">
      <dgm:prSet/>
      <dgm:spPr/>
      <dgm:t>
        <a:bodyPr/>
        <a:lstStyle/>
        <a:p>
          <a:endParaRPr lang="ru-RU"/>
        </a:p>
      </dgm:t>
    </dgm:pt>
    <dgm:pt modelId="{43373AFB-728F-4863-B1FE-3C5E546A49A4}">
      <dgm:prSet phldrT="[Текст]"/>
      <dgm:spPr/>
      <dgm:t>
        <a:bodyPr/>
        <a:lstStyle/>
        <a:p>
          <a:r>
            <a:rPr lang="ru-RU" dirty="0"/>
            <a:t>Циклы записи</a:t>
          </a:r>
        </a:p>
      </dgm:t>
    </dgm:pt>
    <dgm:pt modelId="{EC57FDB6-5408-4DE3-8A1F-3894694F8D3F}" type="parTrans" cxnId="{8C21B455-BBB5-4FA7-992E-8F96ACCC75C4}">
      <dgm:prSet/>
      <dgm:spPr/>
      <dgm:t>
        <a:bodyPr/>
        <a:lstStyle/>
        <a:p>
          <a:endParaRPr lang="ru-RU"/>
        </a:p>
      </dgm:t>
    </dgm:pt>
    <dgm:pt modelId="{62C8DF07-06B5-4877-87D7-C6E5D9B15AB0}" type="sibTrans" cxnId="{8C21B455-BBB5-4FA7-992E-8F96ACCC75C4}">
      <dgm:prSet/>
      <dgm:spPr/>
      <dgm:t>
        <a:bodyPr/>
        <a:lstStyle/>
        <a:p>
          <a:endParaRPr lang="ru-RU"/>
        </a:p>
      </dgm:t>
    </dgm:pt>
    <dgm:pt modelId="{B6CFB76B-1A8E-45EE-814B-AFF2BE008840}">
      <dgm:prSet phldrT="[Текст]" custT="1"/>
      <dgm:spPr/>
      <dgm:t>
        <a:bodyPr/>
        <a:lstStyle/>
        <a:p>
          <a:r>
            <a:rPr lang="ru-RU" sz="1600" dirty="0"/>
            <a:t>Однократные</a:t>
          </a:r>
        </a:p>
      </dgm:t>
    </dgm:pt>
    <dgm:pt modelId="{200DA556-8BEF-488C-826E-C362F66906CB}" type="parTrans" cxnId="{DF69CE4F-C552-440D-A9D0-EC244F318791}">
      <dgm:prSet/>
      <dgm:spPr/>
      <dgm:t>
        <a:bodyPr/>
        <a:lstStyle/>
        <a:p>
          <a:endParaRPr lang="ru-RU"/>
        </a:p>
      </dgm:t>
    </dgm:pt>
    <dgm:pt modelId="{5BA82691-A6E3-40C0-9982-BC5916AF50CF}" type="sibTrans" cxnId="{DF69CE4F-C552-440D-A9D0-EC244F318791}">
      <dgm:prSet/>
      <dgm:spPr/>
      <dgm:t>
        <a:bodyPr/>
        <a:lstStyle/>
        <a:p>
          <a:endParaRPr lang="ru-RU"/>
        </a:p>
      </dgm:t>
    </dgm:pt>
    <dgm:pt modelId="{7EF1377D-0CB3-48BF-BB0C-CF94265F4F1E}">
      <dgm:prSet phldrT="[Текст]" custT="1"/>
      <dgm:spPr/>
      <dgm:t>
        <a:bodyPr/>
        <a:lstStyle/>
        <a:p>
          <a:r>
            <a:rPr lang="ru-RU" sz="1600" dirty="0"/>
            <a:t>Многократные</a:t>
          </a:r>
        </a:p>
      </dgm:t>
    </dgm:pt>
    <dgm:pt modelId="{E802510D-8840-4AF0-86A1-4A8C857E2922}" type="parTrans" cxnId="{70DBC2C8-E414-420D-8C45-37D30CE57419}">
      <dgm:prSet/>
      <dgm:spPr/>
      <dgm:t>
        <a:bodyPr/>
        <a:lstStyle/>
        <a:p>
          <a:endParaRPr lang="ru-RU"/>
        </a:p>
      </dgm:t>
    </dgm:pt>
    <dgm:pt modelId="{10758C2E-C1C6-4FA1-9492-B0A3C4FC682E}" type="sibTrans" cxnId="{70DBC2C8-E414-420D-8C45-37D30CE57419}">
      <dgm:prSet/>
      <dgm:spPr/>
      <dgm:t>
        <a:bodyPr/>
        <a:lstStyle/>
        <a:p>
          <a:endParaRPr lang="ru-RU"/>
        </a:p>
      </dgm:t>
    </dgm:pt>
    <dgm:pt modelId="{DD82B745-308D-42BC-8EF8-38C77260E50F}">
      <dgm:prSet phldrT="[Текст]"/>
      <dgm:spPr/>
      <dgm:t>
        <a:bodyPr/>
        <a:lstStyle/>
        <a:p>
          <a:r>
            <a:rPr lang="ru-RU" dirty="0"/>
            <a:t>Долговременность</a:t>
          </a:r>
        </a:p>
      </dgm:t>
    </dgm:pt>
    <dgm:pt modelId="{C10594D0-0D80-4E3E-918A-775BEC243780}" type="parTrans" cxnId="{E74FDA4D-BBDF-4D3F-AF1A-C4F7922936E7}">
      <dgm:prSet/>
      <dgm:spPr/>
      <dgm:t>
        <a:bodyPr/>
        <a:lstStyle/>
        <a:p>
          <a:endParaRPr lang="ru-RU"/>
        </a:p>
      </dgm:t>
    </dgm:pt>
    <dgm:pt modelId="{5E4268A0-CC5C-405A-ACA2-CCE4164A91C8}" type="sibTrans" cxnId="{E74FDA4D-BBDF-4D3F-AF1A-C4F7922936E7}">
      <dgm:prSet/>
      <dgm:spPr/>
      <dgm:t>
        <a:bodyPr/>
        <a:lstStyle/>
        <a:p>
          <a:endParaRPr lang="ru-RU"/>
        </a:p>
      </dgm:t>
    </dgm:pt>
    <dgm:pt modelId="{14687C41-A26C-462D-8DD9-438D1799FE57}">
      <dgm:prSet phldrT="[Текст]" custT="1"/>
      <dgm:spPr/>
      <dgm:t>
        <a:bodyPr/>
        <a:lstStyle/>
        <a:p>
          <a:r>
            <a:rPr lang="ru-RU" sz="1600" dirty="0"/>
            <a:t>Долговременные</a:t>
          </a:r>
        </a:p>
      </dgm:t>
    </dgm:pt>
    <dgm:pt modelId="{4B78C0FC-56B3-4334-AAA1-5B3E5F5B6D6A}" type="parTrans" cxnId="{71D2C028-C289-47FA-BB79-70B3AF137F4B}">
      <dgm:prSet/>
      <dgm:spPr/>
      <dgm:t>
        <a:bodyPr/>
        <a:lstStyle/>
        <a:p>
          <a:endParaRPr lang="ru-RU"/>
        </a:p>
      </dgm:t>
    </dgm:pt>
    <dgm:pt modelId="{C4DCF39E-3798-4DB3-8648-A92CF156D5B4}" type="sibTrans" cxnId="{71D2C028-C289-47FA-BB79-70B3AF137F4B}">
      <dgm:prSet/>
      <dgm:spPr/>
      <dgm:t>
        <a:bodyPr/>
        <a:lstStyle/>
        <a:p>
          <a:endParaRPr lang="ru-RU"/>
        </a:p>
      </dgm:t>
    </dgm:pt>
    <dgm:pt modelId="{3D876C10-25E9-4CE2-9B55-1A0EFF0835D7}">
      <dgm:prSet phldrT="[Текст]" custT="1"/>
      <dgm:spPr/>
      <dgm:t>
        <a:bodyPr/>
        <a:lstStyle/>
        <a:p>
          <a:r>
            <a:rPr lang="ru-RU" sz="1600" dirty="0"/>
            <a:t>Кратковременные</a:t>
          </a:r>
        </a:p>
      </dgm:t>
    </dgm:pt>
    <dgm:pt modelId="{BA4F066A-C438-4FF9-9F08-5FB1C6954B24}" type="parTrans" cxnId="{83C8B3EC-EB00-4693-B1F5-878BE890FCF2}">
      <dgm:prSet/>
      <dgm:spPr/>
      <dgm:t>
        <a:bodyPr/>
        <a:lstStyle/>
        <a:p>
          <a:endParaRPr lang="ru-RU"/>
        </a:p>
      </dgm:t>
    </dgm:pt>
    <dgm:pt modelId="{A6F92EAC-C15B-4DEA-BE20-DE4BD2A964E8}" type="sibTrans" cxnId="{83C8B3EC-EB00-4693-B1F5-878BE890FCF2}">
      <dgm:prSet/>
      <dgm:spPr/>
      <dgm:t>
        <a:bodyPr/>
        <a:lstStyle/>
        <a:p>
          <a:endParaRPr lang="ru-RU"/>
        </a:p>
      </dgm:t>
    </dgm:pt>
    <dgm:pt modelId="{7904A6B5-1590-49C1-8EA6-BE0B2031317F}">
      <dgm:prSet phldrT="[Текст]"/>
      <dgm:spPr/>
      <dgm:t>
        <a:bodyPr/>
        <a:lstStyle/>
        <a:p>
          <a:r>
            <a:rPr lang="ru-RU" dirty="0"/>
            <a:t>Принцип записи</a:t>
          </a:r>
        </a:p>
      </dgm:t>
    </dgm:pt>
    <dgm:pt modelId="{6C6DAB6C-BE8A-4B6F-BA55-256E2A34751A}" type="parTrans" cxnId="{068510E2-9CEA-4735-BA0B-8714BCCF244B}">
      <dgm:prSet/>
      <dgm:spPr/>
      <dgm:t>
        <a:bodyPr/>
        <a:lstStyle/>
        <a:p>
          <a:endParaRPr lang="ru-RU"/>
        </a:p>
      </dgm:t>
    </dgm:pt>
    <dgm:pt modelId="{17FAD0A9-E625-4E0C-BFDC-5D5E961BFE84}" type="sibTrans" cxnId="{068510E2-9CEA-4735-BA0B-8714BCCF244B}">
      <dgm:prSet/>
      <dgm:spPr/>
      <dgm:t>
        <a:bodyPr/>
        <a:lstStyle/>
        <a:p>
          <a:endParaRPr lang="ru-RU"/>
        </a:p>
      </dgm:t>
    </dgm:pt>
    <dgm:pt modelId="{D674F846-5CDD-4B1C-A2CA-BAB534D465F8}">
      <dgm:prSet phldrT="[Текст]" custT="1"/>
      <dgm:spPr/>
      <dgm:t>
        <a:bodyPr/>
        <a:lstStyle/>
        <a:p>
          <a:r>
            <a:rPr lang="ru-RU" sz="1600" dirty="0"/>
            <a:t>Аналоговые</a:t>
          </a:r>
        </a:p>
      </dgm:t>
    </dgm:pt>
    <dgm:pt modelId="{73D87743-C997-4F69-8028-D02F85DE9B80}" type="parTrans" cxnId="{7B9B573A-C318-4D8C-BC13-B527B0AD0A54}">
      <dgm:prSet/>
      <dgm:spPr/>
      <dgm:t>
        <a:bodyPr/>
        <a:lstStyle/>
        <a:p>
          <a:endParaRPr lang="ru-RU"/>
        </a:p>
      </dgm:t>
    </dgm:pt>
    <dgm:pt modelId="{AA4D64B6-FB7C-4512-9149-CCF09746681C}" type="sibTrans" cxnId="{7B9B573A-C318-4D8C-BC13-B527B0AD0A54}">
      <dgm:prSet/>
      <dgm:spPr/>
      <dgm:t>
        <a:bodyPr/>
        <a:lstStyle/>
        <a:p>
          <a:endParaRPr lang="ru-RU"/>
        </a:p>
      </dgm:t>
    </dgm:pt>
    <dgm:pt modelId="{AD45D4A7-E349-440D-8DF1-34C0D460C894}">
      <dgm:prSet phldrT="[Текст]" custT="1"/>
      <dgm:spPr/>
      <dgm:t>
        <a:bodyPr/>
        <a:lstStyle/>
        <a:p>
          <a:r>
            <a:rPr lang="ru-RU" sz="1600" dirty="0"/>
            <a:t>Цифровые</a:t>
          </a:r>
        </a:p>
      </dgm:t>
    </dgm:pt>
    <dgm:pt modelId="{1067F3FF-3F79-4F75-9E4E-324CB8EEE792}" type="parTrans" cxnId="{B684CB0C-62E6-48E2-A421-D64F1360E6C5}">
      <dgm:prSet/>
      <dgm:spPr/>
      <dgm:t>
        <a:bodyPr/>
        <a:lstStyle/>
        <a:p>
          <a:endParaRPr lang="ru-RU"/>
        </a:p>
      </dgm:t>
    </dgm:pt>
    <dgm:pt modelId="{FBC66555-8D2D-4FB1-ABE3-02B9F0590E8B}" type="sibTrans" cxnId="{B684CB0C-62E6-48E2-A421-D64F1360E6C5}">
      <dgm:prSet/>
      <dgm:spPr/>
      <dgm:t>
        <a:bodyPr/>
        <a:lstStyle/>
        <a:p>
          <a:endParaRPr lang="ru-RU"/>
        </a:p>
      </dgm:t>
    </dgm:pt>
    <dgm:pt modelId="{B1D0F090-8459-4B8B-8BDB-71074492D464}">
      <dgm:prSet phldrT="[Текст]"/>
      <dgm:spPr/>
      <dgm:t>
        <a:bodyPr/>
        <a:lstStyle/>
        <a:p>
          <a:r>
            <a:rPr lang="ru-RU" dirty="0"/>
            <a:t>Тип доступа</a:t>
          </a:r>
        </a:p>
      </dgm:t>
    </dgm:pt>
    <dgm:pt modelId="{C91631C0-C389-49F1-9651-25041B4F4A55}" type="parTrans" cxnId="{C87E46AA-187F-43BC-A561-11FA8E8130A9}">
      <dgm:prSet/>
      <dgm:spPr/>
      <dgm:t>
        <a:bodyPr/>
        <a:lstStyle/>
        <a:p>
          <a:endParaRPr lang="ru-RU"/>
        </a:p>
      </dgm:t>
    </dgm:pt>
    <dgm:pt modelId="{EEEC6485-B579-43A8-8C1D-5A89D5841CCE}" type="sibTrans" cxnId="{C87E46AA-187F-43BC-A561-11FA8E8130A9}">
      <dgm:prSet/>
      <dgm:spPr/>
      <dgm:t>
        <a:bodyPr/>
        <a:lstStyle/>
        <a:p>
          <a:endParaRPr lang="ru-RU"/>
        </a:p>
      </dgm:t>
    </dgm:pt>
    <dgm:pt modelId="{4AACA36B-F890-4A8F-B087-9AED6E48D70B}">
      <dgm:prSet phldrT="[Текст]" custT="1"/>
      <dgm:spPr/>
      <dgm:t>
        <a:bodyPr/>
        <a:lstStyle/>
        <a:p>
          <a:r>
            <a:rPr lang="ru-RU" sz="1600" dirty="0"/>
            <a:t>Последовательный; Произвольный; Смешанный</a:t>
          </a:r>
        </a:p>
      </dgm:t>
    </dgm:pt>
    <dgm:pt modelId="{5DAE1C78-FB5C-4587-9CC2-FFABFAA26481}" type="parTrans" cxnId="{124200ED-F777-4223-A59B-512AB063E57D}">
      <dgm:prSet/>
      <dgm:spPr/>
      <dgm:t>
        <a:bodyPr/>
        <a:lstStyle/>
        <a:p>
          <a:endParaRPr lang="ru-RU"/>
        </a:p>
      </dgm:t>
    </dgm:pt>
    <dgm:pt modelId="{53E5E68A-CF2B-4330-9B38-42BE563B444E}" type="sibTrans" cxnId="{124200ED-F777-4223-A59B-512AB063E57D}">
      <dgm:prSet/>
      <dgm:spPr/>
      <dgm:t>
        <a:bodyPr/>
        <a:lstStyle/>
        <a:p>
          <a:endParaRPr lang="ru-RU"/>
        </a:p>
      </dgm:t>
    </dgm:pt>
    <dgm:pt modelId="{FC8D0306-2FD1-4206-AB90-83D25E705A40}">
      <dgm:prSet phldrT="[Текст]"/>
      <dgm:spPr/>
      <dgm:t>
        <a:bodyPr/>
        <a:lstStyle/>
        <a:p>
          <a:r>
            <a:rPr lang="ru-RU" dirty="0"/>
            <a:t>Физический принцип</a:t>
          </a:r>
        </a:p>
      </dgm:t>
    </dgm:pt>
    <dgm:pt modelId="{70CFAA2C-17F1-4C75-A9FB-E938376E0D53}" type="parTrans" cxnId="{25ADF379-C884-423D-BC80-386F8C92E63B}">
      <dgm:prSet/>
      <dgm:spPr/>
      <dgm:t>
        <a:bodyPr/>
        <a:lstStyle/>
        <a:p>
          <a:endParaRPr lang="ru-RU"/>
        </a:p>
      </dgm:t>
    </dgm:pt>
    <dgm:pt modelId="{789299E5-D462-4656-86E6-76226B524BF9}" type="sibTrans" cxnId="{25ADF379-C884-423D-BC80-386F8C92E63B}">
      <dgm:prSet/>
      <dgm:spPr/>
      <dgm:t>
        <a:bodyPr/>
        <a:lstStyle/>
        <a:p>
          <a:endParaRPr lang="ru-RU"/>
        </a:p>
      </dgm:t>
    </dgm:pt>
    <dgm:pt modelId="{6ADDB8B7-32D4-4316-A86C-DDFDEE6FDA58}">
      <dgm:prSet phldrT="[Текст]" custT="1"/>
      <dgm:spPr/>
      <dgm:t>
        <a:bodyPr/>
        <a:lstStyle/>
        <a:p>
          <a:r>
            <a:rPr lang="ru-RU" sz="1600" dirty="0"/>
            <a:t>Магнитные; Полупроводниковые; Оптические; Бумажные; Квантовые</a:t>
          </a:r>
        </a:p>
      </dgm:t>
    </dgm:pt>
    <dgm:pt modelId="{3DBF6857-9566-4B4A-AA54-C7B6CB3ED95C}" type="parTrans" cxnId="{D245350B-FB72-459A-AE53-B9487943EE34}">
      <dgm:prSet/>
      <dgm:spPr/>
      <dgm:t>
        <a:bodyPr/>
        <a:lstStyle/>
        <a:p>
          <a:endParaRPr lang="ru-RU"/>
        </a:p>
      </dgm:t>
    </dgm:pt>
    <dgm:pt modelId="{8054A0AF-6663-43BF-9C99-3049381C8B6A}" type="sibTrans" cxnId="{D245350B-FB72-459A-AE53-B9487943EE34}">
      <dgm:prSet/>
      <dgm:spPr/>
      <dgm:t>
        <a:bodyPr/>
        <a:lstStyle/>
        <a:p>
          <a:endParaRPr lang="ru-RU"/>
        </a:p>
      </dgm:t>
    </dgm:pt>
    <dgm:pt modelId="{A8268114-370A-4F1C-8DE3-F5E894EFF3A1}" type="pres">
      <dgm:prSet presAssocID="{B526649E-C6D8-4844-8BE2-D8C2E966AC54}" presName="Name0" presStyleCnt="0">
        <dgm:presLayoutVars>
          <dgm:dir/>
          <dgm:animLvl val="lvl"/>
          <dgm:resizeHandles val="exact"/>
        </dgm:presLayoutVars>
      </dgm:prSet>
      <dgm:spPr/>
    </dgm:pt>
    <dgm:pt modelId="{C67665A1-560A-4876-9F26-E0BB61F13FB3}" type="pres">
      <dgm:prSet presAssocID="{A85F3458-478D-4297-80B6-293324232C0F}" presName="linNode" presStyleCnt="0"/>
      <dgm:spPr/>
    </dgm:pt>
    <dgm:pt modelId="{6AAB25CA-6613-486B-848E-C9563E30E63C}" type="pres">
      <dgm:prSet presAssocID="{A85F3458-478D-4297-80B6-293324232C0F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069DC27B-42B7-44AE-BA67-91F61C7EF378}" type="pres">
      <dgm:prSet presAssocID="{A85F3458-478D-4297-80B6-293324232C0F}" presName="descendantText" presStyleLbl="alignAccFollowNode1" presStyleIdx="0" presStyleCnt="7">
        <dgm:presLayoutVars>
          <dgm:bulletEnabled val="1"/>
        </dgm:presLayoutVars>
      </dgm:prSet>
      <dgm:spPr/>
    </dgm:pt>
    <dgm:pt modelId="{35937F2C-26A3-4B09-B38F-10B93540BC8B}" type="pres">
      <dgm:prSet presAssocID="{17362D50-2EBA-443E-93CF-9453C37EA84F}" presName="sp" presStyleCnt="0"/>
      <dgm:spPr/>
    </dgm:pt>
    <dgm:pt modelId="{23696E0A-1DCD-44B5-B9E2-5A1402FE1835}" type="pres">
      <dgm:prSet presAssocID="{3C4A842F-0F9B-46C9-8DEC-69F167C8D23A}" presName="linNode" presStyleCnt="0"/>
      <dgm:spPr/>
    </dgm:pt>
    <dgm:pt modelId="{F5805E6F-88A1-43E0-847A-809F3F36A804}" type="pres">
      <dgm:prSet presAssocID="{3C4A842F-0F9B-46C9-8DEC-69F167C8D23A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91174D80-F2F7-4DEC-8AA7-EE2AF8FDB085}" type="pres">
      <dgm:prSet presAssocID="{3C4A842F-0F9B-46C9-8DEC-69F167C8D23A}" presName="descendantText" presStyleLbl="alignAccFollowNode1" presStyleIdx="1" presStyleCnt="7">
        <dgm:presLayoutVars>
          <dgm:bulletEnabled val="1"/>
        </dgm:presLayoutVars>
      </dgm:prSet>
      <dgm:spPr/>
    </dgm:pt>
    <dgm:pt modelId="{62DACD25-0BFD-47BC-BC5E-C9EFB798C52D}" type="pres">
      <dgm:prSet presAssocID="{56AA6780-C1E0-4181-920A-1AE7E8FF053A}" presName="sp" presStyleCnt="0"/>
      <dgm:spPr/>
    </dgm:pt>
    <dgm:pt modelId="{8C0862B4-BF04-441B-B398-115B1EEF5E28}" type="pres">
      <dgm:prSet presAssocID="{43373AFB-728F-4863-B1FE-3C5E546A49A4}" presName="linNode" presStyleCnt="0"/>
      <dgm:spPr/>
    </dgm:pt>
    <dgm:pt modelId="{50481ECD-2D0D-437F-AB9A-1E85D011F86F}" type="pres">
      <dgm:prSet presAssocID="{43373AFB-728F-4863-B1FE-3C5E546A49A4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C2160948-892C-4E10-AA41-65A4F919DF4D}" type="pres">
      <dgm:prSet presAssocID="{43373AFB-728F-4863-B1FE-3C5E546A49A4}" presName="descendantText" presStyleLbl="alignAccFollowNode1" presStyleIdx="2" presStyleCnt="7">
        <dgm:presLayoutVars>
          <dgm:bulletEnabled val="1"/>
        </dgm:presLayoutVars>
      </dgm:prSet>
      <dgm:spPr/>
    </dgm:pt>
    <dgm:pt modelId="{4C7E0A99-8647-4BCF-9A05-FF6A2B860F9E}" type="pres">
      <dgm:prSet presAssocID="{62C8DF07-06B5-4877-87D7-C6E5D9B15AB0}" presName="sp" presStyleCnt="0"/>
      <dgm:spPr/>
    </dgm:pt>
    <dgm:pt modelId="{E48C1EFC-D6DA-457D-8769-A9A967508EB1}" type="pres">
      <dgm:prSet presAssocID="{DD82B745-308D-42BC-8EF8-38C77260E50F}" presName="linNode" presStyleCnt="0"/>
      <dgm:spPr/>
    </dgm:pt>
    <dgm:pt modelId="{926EEDA6-9055-46D5-A431-A698466FC809}" type="pres">
      <dgm:prSet presAssocID="{DD82B745-308D-42BC-8EF8-38C77260E50F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39D8D327-3519-433B-BC68-3CE8F4A5153F}" type="pres">
      <dgm:prSet presAssocID="{DD82B745-308D-42BC-8EF8-38C77260E50F}" presName="descendantText" presStyleLbl="alignAccFollowNode1" presStyleIdx="3" presStyleCnt="7">
        <dgm:presLayoutVars>
          <dgm:bulletEnabled val="1"/>
        </dgm:presLayoutVars>
      </dgm:prSet>
      <dgm:spPr/>
    </dgm:pt>
    <dgm:pt modelId="{CD5D5D55-D937-45AD-BD65-B06ED1E00C97}" type="pres">
      <dgm:prSet presAssocID="{5E4268A0-CC5C-405A-ACA2-CCE4164A91C8}" presName="sp" presStyleCnt="0"/>
      <dgm:spPr/>
    </dgm:pt>
    <dgm:pt modelId="{559DBAE6-3E96-471D-9998-FF88C9E88131}" type="pres">
      <dgm:prSet presAssocID="{7904A6B5-1590-49C1-8EA6-BE0B2031317F}" presName="linNode" presStyleCnt="0"/>
      <dgm:spPr/>
    </dgm:pt>
    <dgm:pt modelId="{2585F756-0BFB-43F1-861E-681FC16FA4C7}" type="pres">
      <dgm:prSet presAssocID="{7904A6B5-1590-49C1-8EA6-BE0B2031317F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487BE38B-BDA0-4E57-9265-AB4D5D4BE9A1}" type="pres">
      <dgm:prSet presAssocID="{7904A6B5-1590-49C1-8EA6-BE0B2031317F}" presName="descendantText" presStyleLbl="alignAccFollowNode1" presStyleIdx="4" presStyleCnt="7">
        <dgm:presLayoutVars>
          <dgm:bulletEnabled val="1"/>
        </dgm:presLayoutVars>
      </dgm:prSet>
      <dgm:spPr/>
    </dgm:pt>
    <dgm:pt modelId="{B00722E7-CCB5-4376-838F-B9A3975580D7}" type="pres">
      <dgm:prSet presAssocID="{17FAD0A9-E625-4E0C-BFDC-5D5E961BFE84}" presName="sp" presStyleCnt="0"/>
      <dgm:spPr/>
    </dgm:pt>
    <dgm:pt modelId="{D352B3F9-7071-4DC3-968F-B64173CC517E}" type="pres">
      <dgm:prSet presAssocID="{B1D0F090-8459-4B8B-8BDB-71074492D464}" presName="linNode" presStyleCnt="0"/>
      <dgm:spPr/>
    </dgm:pt>
    <dgm:pt modelId="{C80170F9-1CA4-4702-92BE-BA119A9A357B}" type="pres">
      <dgm:prSet presAssocID="{B1D0F090-8459-4B8B-8BDB-71074492D464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64182C87-A4CC-4F36-9B9D-D368A7D298B0}" type="pres">
      <dgm:prSet presAssocID="{B1D0F090-8459-4B8B-8BDB-71074492D464}" presName="descendantText" presStyleLbl="alignAccFollowNode1" presStyleIdx="5" presStyleCnt="7">
        <dgm:presLayoutVars>
          <dgm:bulletEnabled val="1"/>
        </dgm:presLayoutVars>
      </dgm:prSet>
      <dgm:spPr/>
    </dgm:pt>
    <dgm:pt modelId="{CC21008D-5E4F-44DE-A1AF-72F055C24817}" type="pres">
      <dgm:prSet presAssocID="{EEEC6485-B579-43A8-8C1D-5A89D5841CCE}" presName="sp" presStyleCnt="0"/>
      <dgm:spPr/>
    </dgm:pt>
    <dgm:pt modelId="{BE2DED1F-2371-4BBB-B14B-BA48B2655C43}" type="pres">
      <dgm:prSet presAssocID="{FC8D0306-2FD1-4206-AB90-83D25E705A40}" presName="linNode" presStyleCnt="0"/>
      <dgm:spPr/>
    </dgm:pt>
    <dgm:pt modelId="{2ED8F967-C220-4076-A665-E7B00B94D69C}" type="pres">
      <dgm:prSet presAssocID="{FC8D0306-2FD1-4206-AB90-83D25E705A40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F1F7B247-8D31-41B3-9B93-D26D11E00F26}" type="pres">
      <dgm:prSet presAssocID="{FC8D0306-2FD1-4206-AB90-83D25E705A40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D245350B-FB72-459A-AE53-B9487943EE34}" srcId="{FC8D0306-2FD1-4206-AB90-83D25E705A40}" destId="{6ADDB8B7-32D4-4316-A86C-DDFDEE6FDA58}" srcOrd="0" destOrd="0" parTransId="{3DBF6857-9566-4B4A-AA54-C7B6CB3ED95C}" sibTransId="{8054A0AF-6663-43BF-9C99-3049381C8B6A}"/>
    <dgm:cxn modelId="{B684CB0C-62E6-48E2-A421-D64F1360E6C5}" srcId="{7904A6B5-1590-49C1-8EA6-BE0B2031317F}" destId="{AD45D4A7-E349-440D-8DF1-34C0D460C894}" srcOrd="1" destOrd="0" parTransId="{1067F3FF-3F79-4F75-9E4E-324CB8EEE792}" sibTransId="{FBC66555-8D2D-4FB1-ABE3-02B9F0590E8B}"/>
    <dgm:cxn modelId="{0FD23F15-6616-4B50-84DA-C5D9DD7D47AF}" type="presOf" srcId="{DD82B745-308D-42BC-8EF8-38C77260E50F}" destId="{926EEDA6-9055-46D5-A431-A698466FC809}" srcOrd="0" destOrd="0" presId="urn:microsoft.com/office/officeart/2005/8/layout/vList5"/>
    <dgm:cxn modelId="{71D2C028-C289-47FA-BB79-70B3AF137F4B}" srcId="{DD82B745-308D-42BC-8EF8-38C77260E50F}" destId="{14687C41-A26C-462D-8DD9-438D1799FE57}" srcOrd="0" destOrd="0" parTransId="{4B78C0FC-56B3-4334-AAA1-5B3E5F5B6D6A}" sibTransId="{C4DCF39E-3798-4DB3-8648-A92CF156D5B4}"/>
    <dgm:cxn modelId="{73CDE134-EA58-487C-9E14-99DA7D1D231B}" type="presOf" srcId="{A85F3458-478D-4297-80B6-293324232C0F}" destId="{6AAB25CA-6613-486B-848E-C9563E30E63C}" srcOrd="0" destOrd="0" presId="urn:microsoft.com/office/officeart/2005/8/layout/vList5"/>
    <dgm:cxn modelId="{7B9B573A-C318-4D8C-BC13-B527B0AD0A54}" srcId="{7904A6B5-1590-49C1-8EA6-BE0B2031317F}" destId="{D674F846-5CDD-4B1C-A2CA-BAB534D465F8}" srcOrd="0" destOrd="0" parTransId="{73D87743-C997-4F69-8028-D02F85DE9B80}" sibTransId="{AA4D64B6-FB7C-4512-9149-CCF09746681C}"/>
    <dgm:cxn modelId="{CB28C73B-5C8C-4217-AFDF-C89597D480B4}" type="presOf" srcId="{4AACA36B-F890-4A8F-B087-9AED6E48D70B}" destId="{64182C87-A4CC-4F36-9B9D-D368A7D298B0}" srcOrd="0" destOrd="0" presId="urn:microsoft.com/office/officeart/2005/8/layout/vList5"/>
    <dgm:cxn modelId="{A9C8605E-E340-4035-8073-558B64788300}" type="presOf" srcId="{AD45D4A7-E349-440D-8DF1-34C0D460C894}" destId="{487BE38B-BDA0-4E57-9265-AB4D5D4BE9A1}" srcOrd="0" destOrd="1" presId="urn:microsoft.com/office/officeart/2005/8/layout/vList5"/>
    <dgm:cxn modelId="{A0CD3743-EBEB-48DE-A882-76A8192F1D47}" type="presOf" srcId="{B6CFB76B-1A8E-45EE-814B-AFF2BE008840}" destId="{C2160948-892C-4E10-AA41-65A4F919DF4D}" srcOrd="0" destOrd="0" presId="urn:microsoft.com/office/officeart/2005/8/layout/vList5"/>
    <dgm:cxn modelId="{6A123C4D-E30D-45E8-AD0B-0BD528D70C6D}" type="presOf" srcId="{7904A6B5-1590-49C1-8EA6-BE0B2031317F}" destId="{2585F756-0BFB-43F1-861E-681FC16FA4C7}" srcOrd="0" destOrd="0" presId="urn:microsoft.com/office/officeart/2005/8/layout/vList5"/>
    <dgm:cxn modelId="{E74FDA4D-BBDF-4D3F-AF1A-C4F7922936E7}" srcId="{B526649E-C6D8-4844-8BE2-D8C2E966AC54}" destId="{DD82B745-308D-42BC-8EF8-38C77260E50F}" srcOrd="3" destOrd="0" parTransId="{C10594D0-0D80-4E3E-918A-775BEC243780}" sibTransId="{5E4268A0-CC5C-405A-ACA2-CCE4164A91C8}"/>
    <dgm:cxn modelId="{0752F16E-3246-4BE9-983F-D752E57C4100}" type="presOf" srcId="{B526649E-C6D8-4844-8BE2-D8C2E966AC54}" destId="{A8268114-370A-4F1C-8DE3-F5E894EFF3A1}" srcOrd="0" destOrd="0" presId="urn:microsoft.com/office/officeart/2005/8/layout/vList5"/>
    <dgm:cxn modelId="{DF69CE4F-C552-440D-A9D0-EC244F318791}" srcId="{43373AFB-728F-4863-B1FE-3C5E546A49A4}" destId="{B6CFB76B-1A8E-45EE-814B-AFF2BE008840}" srcOrd="0" destOrd="0" parTransId="{200DA556-8BEF-488C-826E-C362F66906CB}" sibTransId="{5BA82691-A6E3-40C0-9982-BC5916AF50CF}"/>
    <dgm:cxn modelId="{FC4D4354-2CE4-4BDE-B31F-E193403EDC67}" type="presOf" srcId="{14687C41-A26C-462D-8DD9-438D1799FE57}" destId="{39D8D327-3519-433B-BC68-3CE8F4A5153F}" srcOrd="0" destOrd="0" presId="urn:microsoft.com/office/officeart/2005/8/layout/vList5"/>
    <dgm:cxn modelId="{8C21B455-BBB5-4FA7-992E-8F96ACCC75C4}" srcId="{B526649E-C6D8-4844-8BE2-D8C2E966AC54}" destId="{43373AFB-728F-4863-B1FE-3C5E546A49A4}" srcOrd="2" destOrd="0" parTransId="{EC57FDB6-5408-4DE3-8A1F-3894694F8D3F}" sibTransId="{62C8DF07-06B5-4877-87D7-C6E5D9B15AB0}"/>
    <dgm:cxn modelId="{A032C276-197B-4281-AC53-7AA817BEC49C}" type="presOf" srcId="{7EF1377D-0CB3-48BF-BB0C-CF94265F4F1E}" destId="{C2160948-892C-4E10-AA41-65A4F919DF4D}" srcOrd="0" destOrd="1" presId="urn:microsoft.com/office/officeart/2005/8/layout/vList5"/>
    <dgm:cxn modelId="{03E53979-4790-46E5-9E88-E5E3D184678F}" type="presOf" srcId="{D674F846-5CDD-4B1C-A2CA-BAB534D465F8}" destId="{487BE38B-BDA0-4E57-9265-AB4D5D4BE9A1}" srcOrd="0" destOrd="0" presId="urn:microsoft.com/office/officeart/2005/8/layout/vList5"/>
    <dgm:cxn modelId="{25ADF379-C884-423D-BC80-386F8C92E63B}" srcId="{B526649E-C6D8-4844-8BE2-D8C2E966AC54}" destId="{FC8D0306-2FD1-4206-AB90-83D25E705A40}" srcOrd="6" destOrd="0" parTransId="{70CFAA2C-17F1-4C75-A9FB-E938376E0D53}" sibTransId="{789299E5-D462-4656-86E6-76226B524BF9}"/>
    <dgm:cxn modelId="{F9CEB27E-63A4-4DE6-9461-5F789E7799EF}" type="presOf" srcId="{3C4A842F-0F9B-46C9-8DEC-69F167C8D23A}" destId="{F5805E6F-88A1-43E0-847A-809F3F36A804}" srcOrd="0" destOrd="0" presId="urn:microsoft.com/office/officeart/2005/8/layout/vList5"/>
    <dgm:cxn modelId="{388A0280-FA65-4F9A-BBE3-09E3A182B57A}" srcId="{B526649E-C6D8-4844-8BE2-D8C2E966AC54}" destId="{A85F3458-478D-4297-80B6-293324232C0F}" srcOrd="0" destOrd="0" parTransId="{6AAEF809-44E9-48FA-B158-56504342D1F6}" sibTransId="{17362D50-2EBA-443E-93CF-9453C37EA84F}"/>
    <dgm:cxn modelId="{0CEF0D84-4943-44AE-9CE1-D063D0B13B28}" srcId="{3C4A842F-0F9B-46C9-8DEC-69F167C8D23A}" destId="{D83EF82C-4C65-4DEF-9307-84676416B810}" srcOrd="1" destOrd="0" parTransId="{707627E4-C4B3-4D30-A85B-537D618D245D}" sibTransId="{BC5F6E1D-506E-4420-A5C9-3DAFF87CAD28}"/>
    <dgm:cxn modelId="{CE9B2084-97BE-407F-BCCE-6C8CAD90B262}" type="presOf" srcId="{43373AFB-728F-4863-B1FE-3C5E546A49A4}" destId="{50481ECD-2D0D-437F-AB9A-1E85D011F86F}" srcOrd="0" destOrd="0" presId="urn:microsoft.com/office/officeart/2005/8/layout/vList5"/>
    <dgm:cxn modelId="{B45ECA84-2FAE-42DC-9862-80AE4D6F835F}" srcId="{A85F3458-478D-4297-80B6-293324232C0F}" destId="{6410099A-ED2E-41E5-A810-44FCFD58FBF0}" srcOrd="1" destOrd="0" parTransId="{AB5DE0AD-3626-4038-9F43-309223858F1D}" sibTransId="{8D8CA666-F618-489B-8ABF-8326D84C754D}"/>
    <dgm:cxn modelId="{389E5392-47A0-41BB-860C-9D5EBF3FFBC5}" type="presOf" srcId="{4FB5B709-C6C5-479D-897F-5170E288C565}" destId="{069DC27B-42B7-44AE-BA67-91F61C7EF378}" srcOrd="0" destOrd="0" presId="urn:microsoft.com/office/officeart/2005/8/layout/vList5"/>
    <dgm:cxn modelId="{2ABF8598-A9C4-4E39-ACA7-FA6C06204EA2}" srcId="{B526649E-C6D8-4844-8BE2-D8C2E966AC54}" destId="{3C4A842F-0F9B-46C9-8DEC-69F167C8D23A}" srcOrd="1" destOrd="0" parTransId="{EF1AF0E7-AE37-4E84-A4A3-1C557100C6A7}" sibTransId="{56AA6780-C1E0-4181-920A-1AE7E8FF053A}"/>
    <dgm:cxn modelId="{CCC9FBA4-B006-4D98-8BE8-537ED6173E07}" type="presOf" srcId="{B1D0F090-8459-4B8B-8BDB-71074492D464}" destId="{C80170F9-1CA4-4702-92BE-BA119A9A357B}" srcOrd="0" destOrd="0" presId="urn:microsoft.com/office/officeart/2005/8/layout/vList5"/>
    <dgm:cxn modelId="{F6AE82A6-F972-4466-A807-11E2C960EADB}" type="presOf" srcId="{D83EF82C-4C65-4DEF-9307-84676416B810}" destId="{91174D80-F2F7-4DEC-8AA7-EE2AF8FDB085}" srcOrd="0" destOrd="1" presId="urn:microsoft.com/office/officeart/2005/8/layout/vList5"/>
    <dgm:cxn modelId="{C87E46AA-187F-43BC-A561-11FA8E8130A9}" srcId="{B526649E-C6D8-4844-8BE2-D8C2E966AC54}" destId="{B1D0F090-8459-4B8B-8BDB-71074492D464}" srcOrd="5" destOrd="0" parTransId="{C91631C0-C389-49F1-9651-25041B4F4A55}" sibTransId="{EEEC6485-B579-43A8-8C1D-5A89D5841CCE}"/>
    <dgm:cxn modelId="{328CEBB6-B337-4627-9CBB-F65AE4B32584}" type="presOf" srcId="{6ADDB8B7-32D4-4316-A86C-DDFDEE6FDA58}" destId="{F1F7B247-8D31-41B3-9B93-D26D11E00F26}" srcOrd="0" destOrd="0" presId="urn:microsoft.com/office/officeart/2005/8/layout/vList5"/>
    <dgm:cxn modelId="{DBE273BE-4A92-461C-ACD2-1705E8FAD56B}" type="presOf" srcId="{3D876C10-25E9-4CE2-9B55-1A0EFF0835D7}" destId="{39D8D327-3519-433B-BC68-3CE8F4A5153F}" srcOrd="0" destOrd="1" presId="urn:microsoft.com/office/officeart/2005/8/layout/vList5"/>
    <dgm:cxn modelId="{7468ABC2-104C-4119-BDD1-63E410F6AFB4}" type="presOf" srcId="{6410099A-ED2E-41E5-A810-44FCFD58FBF0}" destId="{069DC27B-42B7-44AE-BA67-91F61C7EF378}" srcOrd="0" destOrd="1" presId="urn:microsoft.com/office/officeart/2005/8/layout/vList5"/>
    <dgm:cxn modelId="{64D386C6-7885-4DBE-8C33-3AEA4A8DE35B}" type="presOf" srcId="{FC8D0306-2FD1-4206-AB90-83D25E705A40}" destId="{2ED8F967-C220-4076-A665-E7B00B94D69C}" srcOrd="0" destOrd="0" presId="urn:microsoft.com/office/officeart/2005/8/layout/vList5"/>
    <dgm:cxn modelId="{70DBC2C8-E414-420D-8C45-37D30CE57419}" srcId="{43373AFB-728F-4863-B1FE-3C5E546A49A4}" destId="{7EF1377D-0CB3-48BF-BB0C-CF94265F4F1E}" srcOrd="1" destOrd="0" parTransId="{E802510D-8840-4AF0-86A1-4A8C857E2922}" sibTransId="{10758C2E-C1C6-4FA1-9492-B0A3C4FC682E}"/>
    <dgm:cxn modelId="{1A858BCB-08BA-4C08-AA86-F6609E8646E1}" srcId="{A85F3458-478D-4297-80B6-293324232C0F}" destId="{4FB5B709-C6C5-479D-897F-5170E288C565}" srcOrd="0" destOrd="0" parTransId="{5D85797B-5001-4473-B0FA-F2260A05E314}" sibTransId="{F28EAF37-9BAB-4ADE-984F-949E9E097A67}"/>
    <dgm:cxn modelId="{CC2007DC-9C80-46F3-A0D5-26C8717F10CE}" srcId="{3C4A842F-0F9B-46C9-8DEC-69F167C8D23A}" destId="{CD77A1E9-C641-4E84-9EF3-DC32FC23157A}" srcOrd="0" destOrd="0" parTransId="{C803D795-CBF1-492D-8F90-37E792BADF33}" sibTransId="{B22B0242-0E51-439C-A83B-D7B28018048C}"/>
    <dgm:cxn modelId="{CAD307DC-9886-4750-A106-69C084896EAF}" type="presOf" srcId="{CD77A1E9-C641-4E84-9EF3-DC32FC23157A}" destId="{91174D80-F2F7-4DEC-8AA7-EE2AF8FDB085}" srcOrd="0" destOrd="0" presId="urn:microsoft.com/office/officeart/2005/8/layout/vList5"/>
    <dgm:cxn modelId="{068510E2-9CEA-4735-BA0B-8714BCCF244B}" srcId="{B526649E-C6D8-4844-8BE2-D8C2E966AC54}" destId="{7904A6B5-1590-49C1-8EA6-BE0B2031317F}" srcOrd="4" destOrd="0" parTransId="{6C6DAB6C-BE8A-4B6F-BA55-256E2A34751A}" sibTransId="{17FAD0A9-E625-4E0C-BFDC-5D5E961BFE84}"/>
    <dgm:cxn modelId="{83C8B3EC-EB00-4693-B1F5-878BE890FCF2}" srcId="{DD82B745-308D-42BC-8EF8-38C77260E50F}" destId="{3D876C10-25E9-4CE2-9B55-1A0EFF0835D7}" srcOrd="1" destOrd="0" parTransId="{BA4F066A-C438-4FF9-9F08-5FB1C6954B24}" sibTransId="{A6F92EAC-C15B-4DEA-BE20-DE4BD2A964E8}"/>
    <dgm:cxn modelId="{124200ED-F777-4223-A59B-512AB063E57D}" srcId="{B1D0F090-8459-4B8B-8BDB-71074492D464}" destId="{4AACA36B-F890-4A8F-B087-9AED6E48D70B}" srcOrd="0" destOrd="0" parTransId="{5DAE1C78-FB5C-4587-9CC2-FFABFAA26481}" sibTransId="{53E5E68A-CF2B-4330-9B38-42BE563B444E}"/>
    <dgm:cxn modelId="{3D2739DF-B947-4212-902A-1A5C3AD64A1C}" type="presParOf" srcId="{A8268114-370A-4F1C-8DE3-F5E894EFF3A1}" destId="{C67665A1-560A-4876-9F26-E0BB61F13FB3}" srcOrd="0" destOrd="0" presId="urn:microsoft.com/office/officeart/2005/8/layout/vList5"/>
    <dgm:cxn modelId="{38CFABE4-C96A-448B-B664-50707B12C882}" type="presParOf" srcId="{C67665A1-560A-4876-9F26-E0BB61F13FB3}" destId="{6AAB25CA-6613-486B-848E-C9563E30E63C}" srcOrd="0" destOrd="0" presId="urn:microsoft.com/office/officeart/2005/8/layout/vList5"/>
    <dgm:cxn modelId="{77228030-C33B-4BD1-AAE5-F8016F46EF22}" type="presParOf" srcId="{C67665A1-560A-4876-9F26-E0BB61F13FB3}" destId="{069DC27B-42B7-44AE-BA67-91F61C7EF378}" srcOrd="1" destOrd="0" presId="urn:microsoft.com/office/officeart/2005/8/layout/vList5"/>
    <dgm:cxn modelId="{F3332227-BD61-45B5-9BD1-4BDFCA8F3CF4}" type="presParOf" srcId="{A8268114-370A-4F1C-8DE3-F5E894EFF3A1}" destId="{35937F2C-26A3-4B09-B38F-10B93540BC8B}" srcOrd="1" destOrd="0" presId="urn:microsoft.com/office/officeart/2005/8/layout/vList5"/>
    <dgm:cxn modelId="{F1BAE7B3-4697-40CC-9AEC-FF81BAF7C8EC}" type="presParOf" srcId="{A8268114-370A-4F1C-8DE3-F5E894EFF3A1}" destId="{23696E0A-1DCD-44B5-B9E2-5A1402FE1835}" srcOrd="2" destOrd="0" presId="urn:microsoft.com/office/officeart/2005/8/layout/vList5"/>
    <dgm:cxn modelId="{FDA25597-ABD4-47E7-896A-44BCDF22FC14}" type="presParOf" srcId="{23696E0A-1DCD-44B5-B9E2-5A1402FE1835}" destId="{F5805E6F-88A1-43E0-847A-809F3F36A804}" srcOrd="0" destOrd="0" presId="urn:microsoft.com/office/officeart/2005/8/layout/vList5"/>
    <dgm:cxn modelId="{8CC8ACC3-B7CB-403C-B46B-62E30F19DFB2}" type="presParOf" srcId="{23696E0A-1DCD-44B5-B9E2-5A1402FE1835}" destId="{91174D80-F2F7-4DEC-8AA7-EE2AF8FDB085}" srcOrd="1" destOrd="0" presId="urn:microsoft.com/office/officeart/2005/8/layout/vList5"/>
    <dgm:cxn modelId="{F1B4C09D-C5F2-447D-A1CD-A1EF87923716}" type="presParOf" srcId="{A8268114-370A-4F1C-8DE3-F5E894EFF3A1}" destId="{62DACD25-0BFD-47BC-BC5E-C9EFB798C52D}" srcOrd="3" destOrd="0" presId="urn:microsoft.com/office/officeart/2005/8/layout/vList5"/>
    <dgm:cxn modelId="{BA0C4053-4A97-402B-A9BF-4DEC4B9A2BA6}" type="presParOf" srcId="{A8268114-370A-4F1C-8DE3-F5E894EFF3A1}" destId="{8C0862B4-BF04-441B-B398-115B1EEF5E28}" srcOrd="4" destOrd="0" presId="urn:microsoft.com/office/officeart/2005/8/layout/vList5"/>
    <dgm:cxn modelId="{72E67A52-769E-4AB1-987A-95397DBBCFBD}" type="presParOf" srcId="{8C0862B4-BF04-441B-B398-115B1EEF5E28}" destId="{50481ECD-2D0D-437F-AB9A-1E85D011F86F}" srcOrd="0" destOrd="0" presId="urn:microsoft.com/office/officeart/2005/8/layout/vList5"/>
    <dgm:cxn modelId="{27213C3C-D446-418B-8608-4F801975AFFB}" type="presParOf" srcId="{8C0862B4-BF04-441B-B398-115B1EEF5E28}" destId="{C2160948-892C-4E10-AA41-65A4F919DF4D}" srcOrd="1" destOrd="0" presId="urn:microsoft.com/office/officeart/2005/8/layout/vList5"/>
    <dgm:cxn modelId="{A089EE08-CD87-4854-A2F7-BF5C66EC0392}" type="presParOf" srcId="{A8268114-370A-4F1C-8DE3-F5E894EFF3A1}" destId="{4C7E0A99-8647-4BCF-9A05-FF6A2B860F9E}" srcOrd="5" destOrd="0" presId="urn:microsoft.com/office/officeart/2005/8/layout/vList5"/>
    <dgm:cxn modelId="{83CC06F3-76D3-45E7-9654-4EC087D2B5D7}" type="presParOf" srcId="{A8268114-370A-4F1C-8DE3-F5E894EFF3A1}" destId="{E48C1EFC-D6DA-457D-8769-A9A967508EB1}" srcOrd="6" destOrd="0" presId="urn:microsoft.com/office/officeart/2005/8/layout/vList5"/>
    <dgm:cxn modelId="{E1E5C553-EDB4-4C6F-8EBC-4480A6940C0B}" type="presParOf" srcId="{E48C1EFC-D6DA-457D-8769-A9A967508EB1}" destId="{926EEDA6-9055-46D5-A431-A698466FC809}" srcOrd="0" destOrd="0" presId="urn:microsoft.com/office/officeart/2005/8/layout/vList5"/>
    <dgm:cxn modelId="{A358E59B-8CA5-4B84-95CA-E8CDAE0ECB8C}" type="presParOf" srcId="{E48C1EFC-D6DA-457D-8769-A9A967508EB1}" destId="{39D8D327-3519-433B-BC68-3CE8F4A5153F}" srcOrd="1" destOrd="0" presId="urn:microsoft.com/office/officeart/2005/8/layout/vList5"/>
    <dgm:cxn modelId="{5EAB2F2B-4CC3-43D0-98FC-CBD17C002C2F}" type="presParOf" srcId="{A8268114-370A-4F1C-8DE3-F5E894EFF3A1}" destId="{CD5D5D55-D937-45AD-BD65-B06ED1E00C97}" srcOrd="7" destOrd="0" presId="urn:microsoft.com/office/officeart/2005/8/layout/vList5"/>
    <dgm:cxn modelId="{70DEAA08-A403-4BA7-9B86-E3ABDB56BFC1}" type="presParOf" srcId="{A8268114-370A-4F1C-8DE3-F5E894EFF3A1}" destId="{559DBAE6-3E96-471D-9998-FF88C9E88131}" srcOrd="8" destOrd="0" presId="urn:microsoft.com/office/officeart/2005/8/layout/vList5"/>
    <dgm:cxn modelId="{6CF28C52-0BC3-4F67-AA21-56B1CA66CB5E}" type="presParOf" srcId="{559DBAE6-3E96-471D-9998-FF88C9E88131}" destId="{2585F756-0BFB-43F1-861E-681FC16FA4C7}" srcOrd="0" destOrd="0" presId="urn:microsoft.com/office/officeart/2005/8/layout/vList5"/>
    <dgm:cxn modelId="{40E1666B-026D-4870-9D83-44F4896E1525}" type="presParOf" srcId="{559DBAE6-3E96-471D-9998-FF88C9E88131}" destId="{487BE38B-BDA0-4E57-9265-AB4D5D4BE9A1}" srcOrd="1" destOrd="0" presId="urn:microsoft.com/office/officeart/2005/8/layout/vList5"/>
    <dgm:cxn modelId="{28743DE7-317A-439F-9B1D-3DAE38B32A5E}" type="presParOf" srcId="{A8268114-370A-4F1C-8DE3-F5E894EFF3A1}" destId="{B00722E7-CCB5-4376-838F-B9A3975580D7}" srcOrd="9" destOrd="0" presId="urn:microsoft.com/office/officeart/2005/8/layout/vList5"/>
    <dgm:cxn modelId="{8CAC28CD-64A6-49C7-98B6-4CD44A8A1240}" type="presParOf" srcId="{A8268114-370A-4F1C-8DE3-F5E894EFF3A1}" destId="{D352B3F9-7071-4DC3-968F-B64173CC517E}" srcOrd="10" destOrd="0" presId="urn:microsoft.com/office/officeart/2005/8/layout/vList5"/>
    <dgm:cxn modelId="{70CF149E-1260-467E-8AF5-83E07EF246D9}" type="presParOf" srcId="{D352B3F9-7071-4DC3-968F-B64173CC517E}" destId="{C80170F9-1CA4-4702-92BE-BA119A9A357B}" srcOrd="0" destOrd="0" presId="urn:microsoft.com/office/officeart/2005/8/layout/vList5"/>
    <dgm:cxn modelId="{BD947CC5-0C61-457A-894D-1A8127ECBFF2}" type="presParOf" srcId="{D352B3F9-7071-4DC3-968F-B64173CC517E}" destId="{64182C87-A4CC-4F36-9B9D-D368A7D298B0}" srcOrd="1" destOrd="0" presId="urn:microsoft.com/office/officeart/2005/8/layout/vList5"/>
    <dgm:cxn modelId="{BC9DCA03-5E61-48CB-94CF-CD4AEE16F0F6}" type="presParOf" srcId="{A8268114-370A-4F1C-8DE3-F5E894EFF3A1}" destId="{CC21008D-5E4F-44DE-A1AF-72F055C24817}" srcOrd="11" destOrd="0" presId="urn:microsoft.com/office/officeart/2005/8/layout/vList5"/>
    <dgm:cxn modelId="{1580CC98-8DF6-4671-9E6B-49A40C8D4961}" type="presParOf" srcId="{A8268114-370A-4F1C-8DE3-F5E894EFF3A1}" destId="{BE2DED1F-2371-4BBB-B14B-BA48B2655C43}" srcOrd="12" destOrd="0" presId="urn:microsoft.com/office/officeart/2005/8/layout/vList5"/>
    <dgm:cxn modelId="{B668906F-BBB6-48F8-8E98-AC04A794C748}" type="presParOf" srcId="{BE2DED1F-2371-4BBB-B14B-BA48B2655C43}" destId="{2ED8F967-C220-4076-A665-E7B00B94D69C}" srcOrd="0" destOrd="0" presId="urn:microsoft.com/office/officeart/2005/8/layout/vList5"/>
    <dgm:cxn modelId="{F27A49B9-C90E-4AC9-BFC3-D276A6904F81}" type="presParOf" srcId="{BE2DED1F-2371-4BBB-B14B-BA48B2655C43}" destId="{F1F7B247-8D31-41B3-9B93-D26D11E00F2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6575305-7095-47AA-8D3B-5A31E7746B76}" type="doc">
      <dgm:prSet loTypeId="urn:microsoft.com/office/officeart/2005/8/layout/process1" loCatId="process" qsTypeId="urn:microsoft.com/office/officeart/2005/8/quickstyle/simple1#5" qsCatId="simple" csTypeId="urn:microsoft.com/office/officeart/2005/8/colors/accent1_2#5" csCatId="accent1" phldr="1"/>
      <dgm:spPr/>
    </dgm:pt>
    <dgm:pt modelId="{56E9FF5A-5602-4ED8-A56D-6C8FE96B61F3}">
      <dgm:prSet phldrT="[Текст]"/>
      <dgm:spPr/>
      <dgm:t>
        <a:bodyPr/>
        <a:lstStyle/>
        <a:p>
          <a:r>
            <a:rPr lang="ru-RU" dirty="0"/>
            <a:t>Рукописный текст</a:t>
          </a:r>
        </a:p>
      </dgm:t>
    </dgm:pt>
    <dgm:pt modelId="{18629566-6FE0-4844-A393-AB0BBF2C10FE}" type="parTrans" cxnId="{B984DC7B-6C4F-4897-82B7-D0B505F98738}">
      <dgm:prSet/>
      <dgm:spPr/>
      <dgm:t>
        <a:bodyPr/>
        <a:lstStyle/>
        <a:p>
          <a:endParaRPr lang="ru-RU"/>
        </a:p>
      </dgm:t>
    </dgm:pt>
    <dgm:pt modelId="{71B41E95-D7C9-4B40-94B1-AC2A057BAEB5}" type="sibTrans" cxnId="{B984DC7B-6C4F-4897-82B7-D0B505F98738}">
      <dgm:prSet/>
      <dgm:spPr/>
      <dgm:t>
        <a:bodyPr/>
        <a:lstStyle/>
        <a:p>
          <a:endParaRPr lang="ru-RU"/>
        </a:p>
      </dgm:t>
    </dgm:pt>
    <dgm:pt modelId="{F2C6E820-D9D6-4E95-828F-07D5D818F0E9}">
      <dgm:prSet phldrT="[Текст]"/>
      <dgm:spPr/>
      <dgm:t>
        <a:bodyPr/>
        <a:lstStyle/>
        <a:p>
          <a:r>
            <a:rPr lang="ru-RU" dirty="0"/>
            <a:t>Клавиатура</a:t>
          </a:r>
        </a:p>
      </dgm:t>
    </dgm:pt>
    <dgm:pt modelId="{7C5FF24F-9DB6-4BDF-B0C3-6BAC42140643}" type="parTrans" cxnId="{7021DA78-A56A-4103-BE72-C22FC914312D}">
      <dgm:prSet/>
      <dgm:spPr/>
      <dgm:t>
        <a:bodyPr/>
        <a:lstStyle/>
        <a:p>
          <a:endParaRPr lang="ru-RU"/>
        </a:p>
      </dgm:t>
    </dgm:pt>
    <dgm:pt modelId="{882018EE-6B0D-42D0-8D81-76E10A808A89}" type="sibTrans" cxnId="{7021DA78-A56A-4103-BE72-C22FC914312D}">
      <dgm:prSet/>
      <dgm:spPr/>
      <dgm:t>
        <a:bodyPr/>
        <a:lstStyle/>
        <a:p>
          <a:endParaRPr lang="ru-RU"/>
        </a:p>
      </dgm:t>
    </dgm:pt>
    <dgm:pt modelId="{40F9DAEC-96F1-48E1-91EF-60E133459857}">
      <dgm:prSet phldrT="[Текст]"/>
      <dgm:spPr/>
      <dgm:t>
        <a:bodyPr/>
        <a:lstStyle/>
        <a:p>
          <a:r>
            <a:rPr lang="en-US" dirty="0"/>
            <a:t>KOI-8</a:t>
          </a:r>
          <a:endParaRPr lang="ru-RU" dirty="0"/>
        </a:p>
      </dgm:t>
    </dgm:pt>
    <dgm:pt modelId="{64309DA1-9311-4505-8DAE-D04250B74DAF}" type="parTrans" cxnId="{1AA87069-E73F-4209-B209-51DFD5F71B25}">
      <dgm:prSet/>
      <dgm:spPr/>
      <dgm:t>
        <a:bodyPr/>
        <a:lstStyle/>
        <a:p>
          <a:endParaRPr lang="ru-RU"/>
        </a:p>
      </dgm:t>
    </dgm:pt>
    <dgm:pt modelId="{D9ECA51E-AB56-4289-BDCF-F9E24632220D}" type="sibTrans" cxnId="{1AA87069-E73F-4209-B209-51DFD5F71B25}">
      <dgm:prSet/>
      <dgm:spPr/>
      <dgm:t>
        <a:bodyPr/>
        <a:lstStyle/>
        <a:p>
          <a:endParaRPr lang="ru-RU"/>
        </a:p>
      </dgm:t>
    </dgm:pt>
    <dgm:pt modelId="{8F9B98E3-8261-429A-A74B-C526B9CD8DDD}">
      <dgm:prSet phldrT="[Текст]"/>
      <dgm:spPr/>
      <dgm:t>
        <a:bodyPr/>
        <a:lstStyle/>
        <a:p>
          <a:r>
            <a:rPr lang="ru-RU" dirty="0"/>
            <a:t>Жёсткий диск</a:t>
          </a:r>
        </a:p>
      </dgm:t>
    </dgm:pt>
    <dgm:pt modelId="{3813C1E0-8957-4630-BF5B-FB7F7EB4D718}" type="parTrans" cxnId="{BD82DE72-363B-4A74-A5DF-E305E51BCC6E}">
      <dgm:prSet/>
      <dgm:spPr/>
      <dgm:t>
        <a:bodyPr/>
        <a:lstStyle/>
        <a:p>
          <a:endParaRPr lang="ru-RU"/>
        </a:p>
      </dgm:t>
    </dgm:pt>
    <dgm:pt modelId="{A081417A-5200-49B1-B98E-513C97045878}" type="sibTrans" cxnId="{BD82DE72-363B-4A74-A5DF-E305E51BCC6E}">
      <dgm:prSet/>
      <dgm:spPr/>
      <dgm:t>
        <a:bodyPr/>
        <a:lstStyle/>
        <a:p>
          <a:endParaRPr lang="ru-RU"/>
        </a:p>
      </dgm:t>
    </dgm:pt>
    <dgm:pt modelId="{B6221557-766E-423B-86C4-38B521AA3FA3}" type="pres">
      <dgm:prSet presAssocID="{46575305-7095-47AA-8D3B-5A31E7746B76}" presName="Name0" presStyleCnt="0">
        <dgm:presLayoutVars>
          <dgm:dir/>
          <dgm:resizeHandles val="exact"/>
        </dgm:presLayoutVars>
      </dgm:prSet>
      <dgm:spPr/>
    </dgm:pt>
    <dgm:pt modelId="{96910E91-BDB8-4635-AEAC-01D4B52D9A91}" type="pres">
      <dgm:prSet presAssocID="{56E9FF5A-5602-4ED8-A56D-6C8FE96B61F3}" presName="node" presStyleLbl="node1" presStyleIdx="0" presStyleCnt="4">
        <dgm:presLayoutVars>
          <dgm:bulletEnabled val="1"/>
        </dgm:presLayoutVars>
      </dgm:prSet>
      <dgm:spPr/>
    </dgm:pt>
    <dgm:pt modelId="{1C92E453-97DB-4101-923D-3A44E3454E6B}" type="pres">
      <dgm:prSet presAssocID="{71B41E95-D7C9-4B40-94B1-AC2A057BAEB5}" presName="sibTrans" presStyleLbl="sibTrans2D1" presStyleIdx="0" presStyleCnt="3"/>
      <dgm:spPr/>
    </dgm:pt>
    <dgm:pt modelId="{83E3CDEA-044B-4F05-BDDB-F36AEE6797D3}" type="pres">
      <dgm:prSet presAssocID="{71B41E95-D7C9-4B40-94B1-AC2A057BAEB5}" presName="connectorText" presStyleLbl="sibTrans2D1" presStyleIdx="0" presStyleCnt="3"/>
      <dgm:spPr/>
    </dgm:pt>
    <dgm:pt modelId="{DCE21B55-8748-4D09-BB7A-BE2602393571}" type="pres">
      <dgm:prSet presAssocID="{F2C6E820-D9D6-4E95-828F-07D5D818F0E9}" presName="node" presStyleLbl="node1" presStyleIdx="1" presStyleCnt="4">
        <dgm:presLayoutVars>
          <dgm:bulletEnabled val="1"/>
        </dgm:presLayoutVars>
      </dgm:prSet>
      <dgm:spPr/>
    </dgm:pt>
    <dgm:pt modelId="{7B3A6832-5A78-42AF-BD1B-6C4D2977FD31}" type="pres">
      <dgm:prSet presAssocID="{882018EE-6B0D-42D0-8D81-76E10A808A89}" presName="sibTrans" presStyleLbl="sibTrans2D1" presStyleIdx="1" presStyleCnt="3"/>
      <dgm:spPr/>
    </dgm:pt>
    <dgm:pt modelId="{BB054B16-68B8-4D78-847C-98898418CBCF}" type="pres">
      <dgm:prSet presAssocID="{882018EE-6B0D-42D0-8D81-76E10A808A89}" presName="connectorText" presStyleLbl="sibTrans2D1" presStyleIdx="1" presStyleCnt="3"/>
      <dgm:spPr/>
    </dgm:pt>
    <dgm:pt modelId="{7CDC6AD1-C86E-4AB9-A264-9171330BD30B}" type="pres">
      <dgm:prSet presAssocID="{40F9DAEC-96F1-48E1-91EF-60E133459857}" presName="node" presStyleLbl="node1" presStyleIdx="2" presStyleCnt="4">
        <dgm:presLayoutVars>
          <dgm:bulletEnabled val="1"/>
        </dgm:presLayoutVars>
      </dgm:prSet>
      <dgm:spPr/>
    </dgm:pt>
    <dgm:pt modelId="{E5ED90E5-95E9-4E9F-93F5-1BAD09282371}" type="pres">
      <dgm:prSet presAssocID="{D9ECA51E-AB56-4289-BDCF-F9E24632220D}" presName="sibTrans" presStyleLbl="sibTrans2D1" presStyleIdx="2" presStyleCnt="3"/>
      <dgm:spPr/>
    </dgm:pt>
    <dgm:pt modelId="{91695E1F-C4DF-4103-A0E1-DA2A79CD6DBD}" type="pres">
      <dgm:prSet presAssocID="{D9ECA51E-AB56-4289-BDCF-F9E24632220D}" presName="connectorText" presStyleLbl="sibTrans2D1" presStyleIdx="2" presStyleCnt="3"/>
      <dgm:spPr/>
    </dgm:pt>
    <dgm:pt modelId="{6B26A0A9-314D-4953-82C5-D9A3FF7E5E4B}" type="pres">
      <dgm:prSet presAssocID="{8F9B98E3-8261-429A-A74B-C526B9CD8DDD}" presName="node" presStyleLbl="node1" presStyleIdx="3" presStyleCnt="4">
        <dgm:presLayoutVars>
          <dgm:bulletEnabled val="1"/>
        </dgm:presLayoutVars>
      </dgm:prSet>
      <dgm:spPr/>
    </dgm:pt>
  </dgm:ptLst>
  <dgm:cxnLst>
    <dgm:cxn modelId="{B9E9AC12-8B45-4E47-8DED-9B04F05093C1}" type="presOf" srcId="{882018EE-6B0D-42D0-8D81-76E10A808A89}" destId="{BB054B16-68B8-4D78-847C-98898418CBCF}" srcOrd="1" destOrd="0" presId="urn:microsoft.com/office/officeart/2005/8/layout/process1"/>
    <dgm:cxn modelId="{F5462030-6F74-4BA1-9C60-5A48310D36D3}" type="presOf" srcId="{F2C6E820-D9D6-4E95-828F-07D5D818F0E9}" destId="{DCE21B55-8748-4D09-BB7A-BE2602393571}" srcOrd="0" destOrd="0" presId="urn:microsoft.com/office/officeart/2005/8/layout/process1"/>
    <dgm:cxn modelId="{1AA87069-E73F-4209-B209-51DFD5F71B25}" srcId="{46575305-7095-47AA-8D3B-5A31E7746B76}" destId="{40F9DAEC-96F1-48E1-91EF-60E133459857}" srcOrd="2" destOrd="0" parTransId="{64309DA1-9311-4505-8DAE-D04250B74DAF}" sibTransId="{D9ECA51E-AB56-4289-BDCF-F9E24632220D}"/>
    <dgm:cxn modelId="{B898B370-13B5-45FA-A583-9C1094380E30}" type="presOf" srcId="{71B41E95-D7C9-4B40-94B1-AC2A057BAEB5}" destId="{83E3CDEA-044B-4F05-BDDB-F36AEE6797D3}" srcOrd="1" destOrd="0" presId="urn:microsoft.com/office/officeart/2005/8/layout/process1"/>
    <dgm:cxn modelId="{BD82DE72-363B-4A74-A5DF-E305E51BCC6E}" srcId="{46575305-7095-47AA-8D3B-5A31E7746B76}" destId="{8F9B98E3-8261-429A-A74B-C526B9CD8DDD}" srcOrd="3" destOrd="0" parTransId="{3813C1E0-8957-4630-BF5B-FB7F7EB4D718}" sibTransId="{A081417A-5200-49B1-B98E-513C97045878}"/>
    <dgm:cxn modelId="{7021DA78-A56A-4103-BE72-C22FC914312D}" srcId="{46575305-7095-47AA-8D3B-5A31E7746B76}" destId="{F2C6E820-D9D6-4E95-828F-07D5D818F0E9}" srcOrd="1" destOrd="0" parTransId="{7C5FF24F-9DB6-4BDF-B0C3-6BAC42140643}" sibTransId="{882018EE-6B0D-42D0-8D81-76E10A808A89}"/>
    <dgm:cxn modelId="{B984DC7B-6C4F-4897-82B7-D0B505F98738}" srcId="{46575305-7095-47AA-8D3B-5A31E7746B76}" destId="{56E9FF5A-5602-4ED8-A56D-6C8FE96B61F3}" srcOrd="0" destOrd="0" parTransId="{18629566-6FE0-4844-A393-AB0BBF2C10FE}" sibTransId="{71B41E95-D7C9-4B40-94B1-AC2A057BAEB5}"/>
    <dgm:cxn modelId="{0E7BEA8A-4957-4902-905A-6A895834953F}" type="presOf" srcId="{D9ECA51E-AB56-4289-BDCF-F9E24632220D}" destId="{E5ED90E5-95E9-4E9F-93F5-1BAD09282371}" srcOrd="0" destOrd="0" presId="urn:microsoft.com/office/officeart/2005/8/layout/process1"/>
    <dgm:cxn modelId="{CF89F891-3ED1-40A6-9A46-D3A52D2140CC}" type="presOf" srcId="{882018EE-6B0D-42D0-8D81-76E10A808A89}" destId="{7B3A6832-5A78-42AF-BD1B-6C4D2977FD31}" srcOrd="0" destOrd="0" presId="urn:microsoft.com/office/officeart/2005/8/layout/process1"/>
    <dgm:cxn modelId="{343E61A6-D568-4BB0-8FB9-8431B78FCC7F}" type="presOf" srcId="{8F9B98E3-8261-429A-A74B-C526B9CD8DDD}" destId="{6B26A0A9-314D-4953-82C5-D9A3FF7E5E4B}" srcOrd="0" destOrd="0" presId="urn:microsoft.com/office/officeart/2005/8/layout/process1"/>
    <dgm:cxn modelId="{3A1177A7-1601-4CA7-AAC6-55E67875E431}" type="presOf" srcId="{40F9DAEC-96F1-48E1-91EF-60E133459857}" destId="{7CDC6AD1-C86E-4AB9-A264-9171330BD30B}" srcOrd="0" destOrd="0" presId="urn:microsoft.com/office/officeart/2005/8/layout/process1"/>
    <dgm:cxn modelId="{5E3C9BC5-E3B1-482B-8EE7-BAC7804B3EC2}" type="presOf" srcId="{71B41E95-D7C9-4B40-94B1-AC2A057BAEB5}" destId="{1C92E453-97DB-4101-923D-3A44E3454E6B}" srcOrd="0" destOrd="0" presId="urn:microsoft.com/office/officeart/2005/8/layout/process1"/>
    <dgm:cxn modelId="{B5AB67DC-A8AA-4EC5-AF68-1B5675CE9332}" type="presOf" srcId="{56E9FF5A-5602-4ED8-A56D-6C8FE96B61F3}" destId="{96910E91-BDB8-4635-AEAC-01D4B52D9A91}" srcOrd="0" destOrd="0" presId="urn:microsoft.com/office/officeart/2005/8/layout/process1"/>
    <dgm:cxn modelId="{62E0D2E9-F448-4A28-B66B-D3023D0B9665}" type="presOf" srcId="{46575305-7095-47AA-8D3B-5A31E7746B76}" destId="{B6221557-766E-423B-86C4-38B521AA3FA3}" srcOrd="0" destOrd="0" presId="urn:microsoft.com/office/officeart/2005/8/layout/process1"/>
    <dgm:cxn modelId="{DA2AE6E9-F363-4DC3-BA15-A160EC7B1540}" type="presOf" srcId="{D9ECA51E-AB56-4289-BDCF-F9E24632220D}" destId="{91695E1F-C4DF-4103-A0E1-DA2A79CD6DBD}" srcOrd="1" destOrd="0" presId="urn:microsoft.com/office/officeart/2005/8/layout/process1"/>
    <dgm:cxn modelId="{AC21E0C4-CCA8-4D65-8D97-E916DC2BB303}" type="presParOf" srcId="{B6221557-766E-423B-86C4-38B521AA3FA3}" destId="{96910E91-BDB8-4635-AEAC-01D4B52D9A91}" srcOrd="0" destOrd="0" presId="urn:microsoft.com/office/officeart/2005/8/layout/process1"/>
    <dgm:cxn modelId="{6EAA41E4-D3B4-4458-9C27-06B05E099C20}" type="presParOf" srcId="{B6221557-766E-423B-86C4-38B521AA3FA3}" destId="{1C92E453-97DB-4101-923D-3A44E3454E6B}" srcOrd="1" destOrd="0" presId="urn:microsoft.com/office/officeart/2005/8/layout/process1"/>
    <dgm:cxn modelId="{70709FC6-ADAC-432D-A0CF-4E75722CC6C3}" type="presParOf" srcId="{1C92E453-97DB-4101-923D-3A44E3454E6B}" destId="{83E3CDEA-044B-4F05-BDDB-F36AEE6797D3}" srcOrd="0" destOrd="0" presId="urn:microsoft.com/office/officeart/2005/8/layout/process1"/>
    <dgm:cxn modelId="{1A87F04A-1912-4728-875C-DBCBA3999536}" type="presParOf" srcId="{B6221557-766E-423B-86C4-38B521AA3FA3}" destId="{DCE21B55-8748-4D09-BB7A-BE2602393571}" srcOrd="2" destOrd="0" presId="urn:microsoft.com/office/officeart/2005/8/layout/process1"/>
    <dgm:cxn modelId="{A7BE9D09-7BC0-450A-A204-0AC805B9D95E}" type="presParOf" srcId="{B6221557-766E-423B-86C4-38B521AA3FA3}" destId="{7B3A6832-5A78-42AF-BD1B-6C4D2977FD31}" srcOrd="3" destOrd="0" presId="urn:microsoft.com/office/officeart/2005/8/layout/process1"/>
    <dgm:cxn modelId="{DB8E4643-2736-4E79-9D00-6AEF59A5944C}" type="presParOf" srcId="{7B3A6832-5A78-42AF-BD1B-6C4D2977FD31}" destId="{BB054B16-68B8-4D78-847C-98898418CBCF}" srcOrd="0" destOrd="0" presId="urn:microsoft.com/office/officeart/2005/8/layout/process1"/>
    <dgm:cxn modelId="{F7E6E82D-3FA6-46BF-A285-2794713005B7}" type="presParOf" srcId="{B6221557-766E-423B-86C4-38B521AA3FA3}" destId="{7CDC6AD1-C86E-4AB9-A264-9171330BD30B}" srcOrd="4" destOrd="0" presId="urn:microsoft.com/office/officeart/2005/8/layout/process1"/>
    <dgm:cxn modelId="{C21A6BFA-A6FB-4315-85AE-C8C98841B036}" type="presParOf" srcId="{B6221557-766E-423B-86C4-38B521AA3FA3}" destId="{E5ED90E5-95E9-4E9F-93F5-1BAD09282371}" srcOrd="5" destOrd="0" presId="urn:microsoft.com/office/officeart/2005/8/layout/process1"/>
    <dgm:cxn modelId="{14562ED7-7302-4D2A-8C11-52578D7EA6ED}" type="presParOf" srcId="{E5ED90E5-95E9-4E9F-93F5-1BAD09282371}" destId="{91695E1F-C4DF-4103-A0E1-DA2A79CD6DBD}" srcOrd="0" destOrd="0" presId="urn:microsoft.com/office/officeart/2005/8/layout/process1"/>
    <dgm:cxn modelId="{4497C071-6AA4-4841-B645-A619E582F0F0}" type="presParOf" srcId="{B6221557-766E-423B-86C4-38B521AA3FA3}" destId="{6B26A0A9-314D-4953-82C5-D9A3FF7E5E4B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70D25C-110C-4355-8E6A-C7D0AE7790AD}">
      <dsp:nvSpPr>
        <dsp:cNvPr id="0" name=""/>
        <dsp:cNvSpPr/>
      </dsp:nvSpPr>
      <dsp:spPr>
        <a:xfrm>
          <a:off x="3455204" y="2210181"/>
          <a:ext cx="2701332" cy="2701332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Конфиденциальность</a:t>
          </a:r>
        </a:p>
      </dsp:txBody>
      <dsp:txXfrm>
        <a:off x="3998292" y="2842955"/>
        <a:ext cx="1615156" cy="1388541"/>
      </dsp:txXfrm>
    </dsp:sp>
    <dsp:sp modelId="{CE77082F-A870-45DA-B9F7-1741FBE1D09D}">
      <dsp:nvSpPr>
        <dsp:cNvPr id="0" name=""/>
        <dsp:cNvSpPr/>
      </dsp:nvSpPr>
      <dsp:spPr>
        <a:xfrm>
          <a:off x="1883519" y="1571684"/>
          <a:ext cx="1964605" cy="1964605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Доступность</a:t>
          </a:r>
        </a:p>
      </dsp:txBody>
      <dsp:txXfrm>
        <a:off x="2378114" y="2069269"/>
        <a:ext cx="975415" cy="969435"/>
      </dsp:txXfrm>
    </dsp:sp>
    <dsp:sp modelId="{E9FD6879-29AC-4FFB-AD3D-28E140EA3AC2}">
      <dsp:nvSpPr>
        <dsp:cNvPr id="0" name=""/>
        <dsp:cNvSpPr/>
      </dsp:nvSpPr>
      <dsp:spPr>
        <a:xfrm rot="20700000">
          <a:off x="2983899" y="216307"/>
          <a:ext cx="1924912" cy="1924912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Целостность</a:t>
          </a:r>
        </a:p>
      </dsp:txBody>
      <dsp:txXfrm rot="-20700000">
        <a:off x="3406089" y="638496"/>
        <a:ext cx="1080533" cy="1080533"/>
      </dsp:txXfrm>
    </dsp:sp>
    <dsp:sp modelId="{1C04AF04-F628-4191-AD6B-D9161D290E55}">
      <dsp:nvSpPr>
        <dsp:cNvPr id="0" name=""/>
        <dsp:cNvSpPr/>
      </dsp:nvSpPr>
      <dsp:spPr>
        <a:xfrm>
          <a:off x="3255442" y="1798017"/>
          <a:ext cx="3457705" cy="3457705"/>
        </a:xfrm>
        <a:prstGeom prst="circularArrow">
          <a:avLst>
            <a:gd name="adj1" fmla="val 4687"/>
            <a:gd name="adj2" fmla="val 299029"/>
            <a:gd name="adj3" fmla="val 2530986"/>
            <a:gd name="adj4" fmla="val 15829713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6FDBC-87FC-4346-B505-609A767E2770}">
      <dsp:nvSpPr>
        <dsp:cNvPr id="0" name=""/>
        <dsp:cNvSpPr/>
      </dsp:nvSpPr>
      <dsp:spPr>
        <a:xfrm>
          <a:off x="1535591" y="1133913"/>
          <a:ext cx="2512239" cy="2512239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59EFD-4DA0-4318-A4C8-477235B763DC}">
      <dsp:nvSpPr>
        <dsp:cNvPr id="0" name=""/>
        <dsp:cNvSpPr/>
      </dsp:nvSpPr>
      <dsp:spPr>
        <a:xfrm>
          <a:off x="2538647" y="-208399"/>
          <a:ext cx="2708699" cy="2708699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46051-9057-48BC-91A9-B246C1CFC161}">
      <dsp:nvSpPr>
        <dsp:cNvPr id="0" name=""/>
        <dsp:cNvSpPr/>
      </dsp:nvSpPr>
      <dsp:spPr>
        <a:xfrm>
          <a:off x="1861627" y="37281"/>
          <a:ext cx="585183" cy="585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  <a:sp3d extrusionH="28000" prstMaterial="matte"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инф.</a:t>
          </a:r>
        </a:p>
      </dsp:txBody>
      <dsp:txXfrm>
        <a:off x="1861627" y="37281"/>
        <a:ext cx="585183" cy="585183"/>
      </dsp:txXfrm>
    </dsp:sp>
    <dsp:sp modelId="{F4C11277-F6E7-444A-8FBB-74D3E714A580}">
      <dsp:nvSpPr>
        <dsp:cNvPr id="0" name=""/>
        <dsp:cNvSpPr/>
      </dsp:nvSpPr>
      <dsp:spPr>
        <a:xfrm>
          <a:off x="831692" y="553"/>
          <a:ext cx="1651847" cy="1651847"/>
        </a:xfrm>
        <a:prstGeom prst="circularArrow">
          <a:avLst>
            <a:gd name="adj1" fmla="val 6908"/>
            <a:gd name="adj2" fmla="val 465829"/>
            <a:gd name="adj3" fmla="val 547406"/>
            <a:gd name="adj4" fmla="val 20586765"/>
            <a:gd name="adj5" fmla="val 805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413AFC-52CA-4AA4-BBF0-1DB5E6288FA6}">
      <dsp:nvSpPr>
        <dsp:cNvPr id="0" name=""/>
        <dsp:cNvSpPr/>
      </dsp:nvSpPr>
      <dsp:spPr>
        <a:xfrm>
          <a:off x="1861627" y="1030488"/>
          <a:ext cx="585183" cy="585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  <a:sp3d extrusionH="28000" prstMaterial="matte"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свед.</a:t>
          </a:r>
        </a:p>
      </dsp:txBody>
      <dsp:txXfrm>
        <a:off x="1861627" y="1030488"/>
        <a:ext cx="585183" cy="585183"/>
      </dsp:txXfrm>
    </dsp:sp>
    <dsp:sp modelId="{DC267C99-FBDC-4C04-887E-21A5BB5B60B2}">
      <dsp:nvSpPr>
        <dsp:cNvPr id="0" name=""/>
        <dsp:cNvSpPr/>
      </dsp:nvSpPr>
      <dsp:spPr>
        <a:xfrm>
          <a:off x="831692" y="553"/>
          <a:ext cx="1651847" cy="1651847"/>
        </a:xfrm>
        <a:prstGeom prst="circularArrow">
          <a:avLst>
            <a:gd name="adj1" fmla="val 6908"/>
            <a:gd name="adj2" fmla="val 465829"/>
            <a:gd name="adj3" fmla="val 5947406"/>
            <a:gd name="adj4" fmla="val 4386765"/>
            <a:gd name="adj5" fmla="val 805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868AED-AA9E-40F1-9670-3D32041A446A}">
      <dsp:nvSpPr>
        <dsp:cNvPr id="0" name=""/>
        <dsp:cNvSpPr/>
      </dsp:nvSpPr>
      <dsp:spPr>
        <a:xfrm>
          <a:off x="868420" y="1030488"/>
          <a:ext cx="585183" cy="585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  <a:sp3d extrusionH="28000" prstMaterial="matte"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инф.</a:t>
          </a:r>
        </a:p>
      </dsp:txBody>
      <dsp:txXfrm>
        <a:off x="868420" y="1030488"/>
        <a:ext cx="585183" cy="585183"/>
      </dsp:txXfrm>
    </dsp:sp>
    <dsp:sp modelId="{21D4582F-01AF-4947-A79F-C0D0A36D1E59}">
      <dsp:nvSpPr>
        <dsp:cNvPr id="0" name=""/>
        <dsp:cNvSpPr/>
      </dsp:nvSpPr>
      <dsp:spPr>
        <a:xfrm>
          <a:off x="831692" y="553"/>
          <a:ext cx="1651847" cy="1651847"/>
        </a:xfrm>
        <a:prstGeom prst="circularArrow">
          <a:avLst>
            <a:gd name="adj1" fmla="val 6908"/>
            <a:gd name="adj2" fmla="val 465829"/>
            <a:gd name="adj3" fmla="val 11347406"/>
            <a:gd name="adj4" fmla="val 9786765"/>
            <a:gd name="adj5" fmla="val 805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6F8CDD-513D-4C55-8F73-60086C9986E2}">
      <dsp:nvSpPr>
        <dsp:cNvPr id="0" name=""/>
        <dsp:cNvSpPr/>
      </dsp:nvSpPr>
      <dsp:spPr>
        <a:xfrm>
          <a:off x="868420" y="37281"/>
          <a:ext cx="585183" cy="585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  <a:sp3d extrusionH="28000" prstMaterial="matte"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свед.</a:t>
          </a:r>
        </a:p>
      </dsp:txBody>
      <dsp:txXfrm>
        <a:off x="868420" y="37281"/>
        <a:ext cx="585183" cy="585183"/>
      </dsp:txXfrm>
    </dsp:sp>
    <dsp:sp modelId="{7F6688F3-D8B9-416A-9390-81911373AAAE}">
      <dsp:nvSpPr>
        <dsp:cNvPr id="0" name=""/>
        <dsp:cNvSpPr/>
      </dsp:nvSpPr>
      <dsp:spPr>
        <a:xfrm>
          <a:off x="862069" y="62580"/>
          <a:ext cx="1651847" cy="1651847"/>
        </a:xfrm>
        <a:prstGeom prst="circularArrow">
          <a:avLst>
            <a:gd name="adj1" fmla="val 6908"/>
            <a:gd name="adj2" fmla="val 465829"/>
            <a:gd name="adj3" fmla="val 16747406"/>
            <a:gd name="adj4" fmla="val 15186765"/>
            <a:gd name="adj5" fmla="val 805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747B22-36DD-4360-9897-07A4B085FA5D}">
      <dsp:nvSpPr>
        <dsp:cNvPr id="0" name=""/>
        <dsp:cNvSpPr/>
      </dsp:nvSpPr>
      <dsp:spPr>
        <a:xfrm>
          <a:off x="2487694" y="2604346"/>
          <a:ext cx="569328" cy="2170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4664" y="0"/>
              </a:lnTo>
              <a:lnTo>
                <a:pt x="284664" y="2170407"/>
              </a:lnTo>
              <a:lnTo>
                <a:pt x="569328" y="21704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>
        <a:off x="2716262" y="3633455"/>
        <a:ext cx="112191" cy="112191"/>
      </dsp:txXfrm>
    </dsp:sp>
    <dsp:sp modelId="{73326C50-DD1F-4B41-88E1-78DAF626FA10}">
      <dsp:nvSpPr>
        <dsp:cNvPr id="0" name=""/>
        <dsp:cNvSpPr/>
      </dsp:nvSpPr>
      <dsp:spPr>
        <a:xfrm>
          <a:off x="2487694" y="2604346"/>
          <a:ext cx="569328" cy="10848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4664" y="0"/>
              </a:lnTo>
              <a:lnTo>
                <a:pt x="284664" y="1084847"/>
              </a:lnTo>
              <a:lnTo>
                <a:pt x="569328" y="108484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2741729" y="3116141"/>
        <a:ext cx="61258" cy="61258"/>
      </dsp:txXfrm>
    </dsp:sp>
    <dsp:sp modelId="{AFF490BC-5B20-4BD6-A746-905193F82BFA}">
      <dsp:nvSpPr>
        <dsp:cNvPr id="0" name=""/>
        <dsp:cNvSpPr/>
      </dsp:nvSpPr>
      <dsp:spPr>
        <a:xfrm>
          <a:off x="2487694" y="2558627"/>
          <a:ext cx="5693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9328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2758125" y="2590113"/>
        <a:ext cx="28466" cy="28466"/>
      </dsp:txXfrm>
    </dsp:sp>
    <dsp:sp modelId="{A1E8E887-9088-4004-ADCC-41BA87763C73}">
      <dsp:nvSpPr>
        <dsp:cNvPr id="0" name=""/>
        <dsp:cNvSpPr/>
      </dsp:nvSpPr>
      <dsp:spPr>
        <a:xfrm>
          <a:off x="2487694" y="1519499"/>
          <a:ext cx="569328" cy="1084847"/>
        </a:xfrm>
        <a:custGeom>
          <a:avLst/>
          <a:gdLst/>
          <a:ahLst/>
          <a:cxnLst/>
          <a:rect l="0" t="0" r="0" b="0"/>
          <a:pathLst>
            <a:path>
              <a:moveTo>
                <a:pt x="0" y="1084847"/>
              </a:moveTo>
              <a:lnTo>
                <a:pt x="284664" y="1084847"/>
              </a:lnTo>
              <a:lnTo>
                <a:pt x="284664" y="0"/>
              </a:lnTo>
              <a:lnTo>
                <a:pt x="56932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2741729" y="2031293"/>
        <a:ext cx="61258" cy="61258"/>
      </dsp:txXfrm>
    </dsp:sp>
    <dsp:sp modelId="{260FFEDA-18E6-40FF-9445-38229381F9AC}">
      <dsp:nvSpPr>
        <dsp:cNvPr id="0" name=""/>
        <dsp:cNvSpPr/>
      </dsp:nvSpPr>
      <dsp:spPr>
        <a:xfrm>
          <a:off x="2487694" y="434651"/>
          <a:ext cx="569328" cy="2169695"/>
        </a:xfrm>
        <a:custGeom>
          <a:avLst/>
          <a:gdLst/>
          <a:ahLst/>
          <a:cxnLst/>
          <a:rect l="0" t="0" r="0" b="0"/>
          <a:pathLst>
            <a:path>
              <a:moveTo>
                <a:pt x="0" y="2169695"/>
              </a:moveTo>
              <a:lnTo>
                <a:pt x="284664" y="2169695"/>
              </a:lnTo>
              <a:lnTo>
                <a:pt x="284664" y="0"/>
              </a:lnTo>
              <a:lnTo>
                <a:pt x="56932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900" kern="1200"/>
        </a:p>
      </dsp:txBody>
      <dsp:txXfrm>
        <a:off x="2716280" y="1463420"/>
        <a:ext cx="112157" cy="112157"/>
      </dsp:txXfrm>
    </dsp:sp>
    <dsp:sp modelId="{1459A1F8-ABE5-41D0-93B9-1691B8011C57}">
      <dsp:nvSpPr>
        <dsp:cNvPr id="0" name=""/>
        <dsp:cNvSpPr/>
      </dsp:nvSpPr>
      <dsp:spPr>
        <a:xfrm rot="16200000">
          <a:off x="-230134" y="2170407"/>
          <a:ext cx="4567780" cy="8678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600" kern="1200" dirty="0"/>
            <a:t>информация</a:t>
          </a:r>
        </a:p>
      </dsp:txBody>
      <dsp:txXfrm>
        <a:off x="-230134" y="2170407"/>
        <a:ext cx="4567780" cy="867878"/>
      </dsp:txXfrm>
    </dsp:sp>
    <dsp:sp modelId="{6C17CEF4-7D50-422C-A4E0-BDC398C95725}">
      <dsp:nvSpPr>
        <dsp:cNvPr id="0" name=""/>
        <dsp:cNvSpPr/>
      </dsp:nvSpPr>
      <dsp:spPr>
        <a:xfrm>
          <a:off x="3057022" y="712"/>
          <a:ext cx="2846640" cy="8678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Достоверность</a:t>
          </a:r>
        </a:p>
      </dsp:txBody>
      <dsp:txXfrm>
        <a:off x="3057022" y="712"/>
        <a:ext cx="2846640" cy="867878"/>
      </dsp:txXfrm>
    </dsp:sp>
    <dsp:sp modelId="{337D052B-2E7D-4A8F-80B5-88B916CB5228}">
      <dsp:nvSpPr>
        <dsp:cNvPr id="0" name=""/>
        <dsp:cNvSpPr/>
      </dsp:nvSpPr>
      <dsp:spPr>
        <a:xfrm>
          <a:off x="3057022" y="1085559"/>
          <a:ext cx="2846640" cy="8678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Полнота</a:t>
          </a:r>
        </a:p>
      </dsp:txBody>
      <dsp:txXfrm>
        <a:off x="3057022" y="1085559"/>
        <a:ext cx="2846640" cy="867878"/>
      </dsp:txXfrm>
    </dsp:sp>
    <dsp:sp modelId="{436A523F-3F07-4F45-A010-307EDC3434E1}">
      <dsp:nvSpPr>
        <dsp:cNvPr id="0" name=""/>
        <dsp:cNvSpPr/>
      </dsp:nvSpPr>
      <dsp:spPr>
        <a:xfrm>
          <a:off x="3057022" y="2170407"/>
          <a:ext cx="2846640" cy="8678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Актуальность</a:t>
          </a:r>
        </a:p>
      </dsp:txBody>
      <dsp:txXfrm>
        <a:off x="3057022" y="2170407"/>
        <a:ext cx="2846640" cy="867878"/>
      </dsp:txXfrm>
    </dsp:sp>
    <dsp:sp modelId="{EE48D3CF-AC53-4A71-A679-0C077346E606}">
      <dsp:nvSpPr>
        <dsp:cNvPr id="0" name=""/>
        <dsp:cNvSpPr/>
      </dsp:nvSpPr>
      <dsp:spPr>
        <a:xfrm>
          <a:off x="3057022" y="3255255"/>
          <a:ext cx="2846640" cy="8678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Доступность</a:t>
          </a:r>
        </a:p>
      </dsp:txBody>
      <dsp:txXfrm>
        <a:off x="3057022" y="3255255"/>
        <a:ext cx="2846640" cy="867878"/>
      </dsp:txXfrm>
    </dsp:sp>
    <dsp:sp modelId="{ABD15BC9-2A76-4F28-950E-A1F9D6A81FD9}">
      <dsp:nvSpPr>
        <dsp:cNvPr id="0" name=""/>
        <dsp:cNvSpPr/>
      </dsp:nvSpPr>
      <dsp:spPr>
        <a:xfrm>
          <a:off x="3057022" y="4340815"/>
          <a:ext cx="2846640" cy="8678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Ценность</a:t>
          </a:r>
        </a:p>
      </dsp:txBody>
      <dsp:txXfrm>
        <a:off x="3057022" y="4340815"/>
        <a:ext cx="2846640" cy="8678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743BF8-0984-4F3F-A2E6-7896F79CF23B}">
      <dsp:nvSpPr>
        <dsp:cNvPr id="0" name=""/>
        <dsp:cNvSpPr/>
      </dsp:nvSpPr>
      <dsp:spPr>
        <a:xfrm rot="5400000">
          <a:off x="4571496" y="-1915899"/>
          <a:ext cx="729577" cy="47240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200" kern="1200" dirty="0"/>
            <a:t>Целостность</a:t>
          </a:r>
        </a:p>
      </dsp:txBody>
      <dsp:txXfrm rot="-5400000">
        <a:off x="2574250" y="116962"/>
        <a:ext cx="4688456" cy="658347"/>
      </dsp:txXfrm>
    </dsp:sp>
    <dsp:sp modelId="{2332AD08-FFF3-4D20-91C8-6B79C9782315}">
      <dsp:nvSpPr>
        <dsp:cNvPr id="0" name=""/>
        <dsp:cNvSpPr/>
      </dsp:nvSpPr>
      <dsp:spPr>
        <a:xfrm>
          <a:off x="0" y="2085"/>
          <a:ext cx="2657290" cy="9119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Достоверность</a:t>
          </a:r>
        </a:p>
      </dsp:txBody>
      <dsp:txXfrm>
        <a:off x="44519" y="46604"/>
        <a:ext cx="2568252" cy="822934"/>
      </dsp:txXfrm>
    </dsp:sp>
    <dsp:sp modelId="{BAD0B3C6-AE79-4078-8DA3-1F978493D878}">
      <dsp:nvSpPr>
        <dsp:cNvPr id="0" name=""/>
        <dsp:cNvSpPr/>
      </dsp:nvSpPr>
      <dsp:spPr>
        <a:xfrm rot="5400000">
          <a:off x="4654537" y="-946393"/>
          <a:ext cx="729577" cy="47240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200" kern="1200" dirty="0"/>
            <a:t>Доступность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200" kern="1200" dirty="0"/>
            <a:t>Целостность</a:t>
          </a:r>
        </a:p>
      </dsp:txBody>
      <dsp:txXfrm rot="-5400000">
        <a:off x="2657291" y="1086468"/>
        <a:ext cx="4688456" cy="658347"/>
      </dsp:txXfrm>
    </dsp:sp>
    <dsp:sp modelId="{5AE110BA-460B-44A4-9907-185FCD54B179}">
      <dsp:nvSpPr>
        <dsp:cNvPr id="0" name=""/>
        <dsp:cNvSpPr/>
      </dsp:nvSpPr>
      <dsp:spPr>
        <a:xfrm>
          <a:off x="0" y="959656"/>
          <a:ext cx="2657290" cy="9119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Полнота</a:t>
          </a:r>
        </a:p>
      </dsp:txBody>
      <dsp:txXfrm>
        <a:off x="44519" y="1004175"/>
        <a:ext cx="2568252" cy="822934"/>
      </dsp:txXfrm>
    </dsp:sp>
    <dsp:sp modelId="{82AED3B4-22B0-4017-9A50-83A2D11F9339}">
      <dsp:nvSpPr>
        <dsp:cNvPr id="0" name=""/>
        <dsp:cNvSpPr/>
      </dsp:nvSpPr>
      <dsp:spPr>
        <a:xfrm rot="5400000">
          <a:off x="4654537" y="11177"/>
          <a:ext cx="729577" cy="47240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200" kern="1200" dirty="0"/>
            <a:t>Доступность</a:t>
          </a:r>
        </a:p>
      </dsp:txBody>
      <dsp:txXfrm rot="-5400000">
        <a:off x="2657291" y="2044039"/>
        <a:ext cx="4688456" cy="658347"/>
      </dsp:txXfrm>
    </dsp:sp>
    <dsp:sp modelId="{D2714491-943E-42CF-8A73-CDB70BAF14D2}">
      <dsp:nvSpPr>
        <dsp:cNvPr id="0" name=""/>
        <dsp:cNvSpPr/>
      </dsp:nvSpPr>
      <dsp:spPr>
        <a:xfrm>
          <a:off x="0" y="1917227"/>
          <a:ext cx="2657290" cy="9119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Актуальность</a:t>
          </a:r>
        </a:p>
      </dsp:txBody>
      <dsp:txXfrm>
        <a:off x="44519" y="1961746"/>
        <a:ext cx="2568252" cy="822934"/>
      </dsp:txXfrm>
    </dsp:sp>
    <dsp:sp modelId="{200C1936-2B0D-4351-8AC0-7845ACD960C7}">
      <dsp:nvSpPr>
        <dsp:cNvPr id="0" name=""/>
        <dsp:cNvSpPr/>
      </dsp:nvSpPr>
      <dsp:spPr>
        <a:xfrm rot="5400000">
          <a:off x="4654537" y="968748"/>
          <a:ext cx="729577" cy="47240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200" kern="1200" dirty="0"/>
            <a:t>Доступность</a:t>
          </a:r>
        </a:p>
      </dsp:txBody>
      <dsp:txXfrm rot="-5400000">
        <a:off x="2657291" y="3001610"/>
        <a:ext cx="4688456" cy="658347"/>
      </dsp:txXfrm>
    </dsp:sp>
    <dsp:sp modelId="{862FE00A-8E00-4DB8-9F8F-17CB2F2F93EB}">
      <dsp:nvSpPr>
        <dsp:cNvPr id="0" name=""/>
        <dsp:cNvSpPr/>
      </dsp:nvSpPr>
      <dsp:spPr>
        <a:xfrm>
          <a:off x="0" y="2874798"/>
          <a:ext cx="2657290" cy="9119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Доступность</a:t>
          </a:r>
        </a:p>
      </dsp:txBody>
      <dsp:txXfrm>
        <a:off x="44519" y="2919317"/>
        <a:ext cx="2568252" cy="822934"/>
      </dsp:txXfrm>
    </dsp:sp>
    <dsp:sp modelId="{4BC2BB1A-CACC-4BA8-99F8-CB13C46E4FA8}">
      <dsp:nvSpPr>
        <dsp:cNvPr id="0" name=""/>
        <dsp:cNvSpPr/>
      </dsp:nvSpPr>
      <dsp:spPr>
        <a:xfrm rot="5400000">
          <a:off x="4654537" y="1926319"/>
          <a:ext cx="729577" cy="47240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200" kern="1200" dirty="0"/>
            <a:t>Конфиденциальность</a:t>
          </a:r>
        </a:p>
      </dsp:txBody>
      <dsp:txXfrm rot="-5400000">
        <a:off x="2657291" y="3959181"/>
        <a:ext cx="4688456" cy="658347"/>
      </dsp:txXfrm>
    </dsp:sp>
    <dsp:sp modelId="{85F8C4A9-2AD1-4B29-819F-21CB183C6541}">
      <dsp:nvSpPr>
        <dsp:cNvPr id="0" name=""/>
        <dsp:cNvSpPr/>
      </dsp:nvSpPr>
      <dsp:spPr>
        <a:xfrm>
          <a:off x="0" y="3832368"/>
          <a:ext cx="2657290" cy="9119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Ценность</a:t>
          </a:r>
        </a:p>
      </dsp:txBody>
      <dsp:txXfrm>
        <a:off x="44519" y="3876887"/>
        <a:ext cx="2568252" cy="8229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9DC27B-42B7-44AE-BA67-91F61C7EF378}">
      <dsp:nvSpPr>
        <dsp:cNvPr id="0" name=""/>
        <dsp:cNvSpPr/>
      </dsp:nvSpPr>
      <dsp:spPr>
        <a:xfrm rot="5400000">
          <a:off x="4580191" y="-1900175"/>
          <a:ext cx="653567" cy="461832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Вещественно-предметные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Биохимические</a:t>
          </a:r>
        </a:p>
      </dsp:txBody>
      <dsp:txXfrm rot="-5400000">
        <a:off x="2597811" y="114110"/>
        <a:ext cx="4586424" cy="589757"/>
      </dsp:txXfrm>
    </dsp:sp>
    <dsp:sp modelId="{6AAB25CA-6613-486B-848E-C9563E30E63C}">
      <dsp:nvSpPr>
        <dsp:cNvPr id="0" name=""/>
        <dsp:cNvSpPr/>
      </dsp:nvSpPr>
      <dsp:spPr>
        <a:xfrm>
          <a:off x="0" y="509"/>
          <a:ext cx="2597810" cy="816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Природа носителя</a:t>
          </a:r>
        </a:p>
      </dsp:txBody>
      <dsp:txXfrm>
        <a:off x="39881" y="40390"/>
        <a:ext cx="2518048" cy="737196"/>
      </dsp:txXfrm>
    </dsp:sp>
    <dsp:sp modelId="{91174D80-F2F7-4DEC-8AA7-EE2AF8FDB085}">
      <dsp:nvSpPr>
        <dsp:cNvPr id="0" name=""/>
        <dsp:cNvSpPr/>
      </dsp:nvSpPr>
      <dsp:spPr>
        <a:xfrm rot="5400000">
          <a:off x="4580191" y="-1042368"/>
          <a:ext cx="653567" cy="461832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Общее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Специализированное</a:t>
          </a:r>
        </a:p>
      </dsp:txBody>
      <dsp:txXfrm rot="-5400000">
        <a:off x="2597811" y="971917"/>
        <a:ext cx="4586424" cy="589757"/>
      </dsp:txXfrm>
    </dsp:sp>
    <dsp:sp modelId="{F5805E6F-88A1-43E0-847A-809F3F36A804}">
      <dsp:nvSpPr>
        <dsp:cNvPr id="0" name=""/>
        <dsp:cNvSpPr/>
      </dsp:nvSpPr>
      <dsp:spPr>
        <a:xfrm>
          <a:off x="0" y="858316"/>
          <a:ext cx="2597810" cy="816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Назначение</a:t>
          </a:r>
        </a:p>
      </dsp:txBody>
      <dsp:txXfrm>
        <a:off x="39881" y="898197"/>
        <a:ext cx="2518048" cy="737196"/>
      </dsp:txXfrm>
    </dsp:sp>
    <dsp:sp modelId="{C2160948-892C-4E10-AA41-65A4F919DF4D}">
      <dsp:nvSpPr>
        <dsp:cNvPr id="0" name=""/>
        <dsp:cNvSpPr/>
      </dsp:nvSpPr>
      <dsp:spPr>
        <a:xfrm rot="5400000">
          <a:off x="4580191" y="-184562"/>
          <a:ext cx="653567" cy="461832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Однократные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Многократные</a:t>
          </a:r>
        </a:p>
      </dsp:txBody>
      <dsp:txXfrm rot="-5400000">
        <a:off x="2597811" y="1829723"/>
        <a:ext cx="4586424" cy="589757"/>
      </dsp:txXfrm>
    </dsp:sp>
    <dsp:sp modelId="{50481ECD-2D0D-437F-AB9A-1E85D011F86F}">
      <dsp:nvSpPr>
        <dsp:cNvPr id="0" name=""/>
        <dsp:cNvSpPr/>
      </dsp:nvSpPr>
      <dsp:spPr>
        <a:xfrm>
          <a:off x="0" y="1716123"/>
          <a:ext cx="2597810" cy="816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Циклы записи</a:t>
          </a:r>
        </a:p>
      </dsp:txBody>
      <dsp:txXfrm>
        <a:off x="39881" y="1756004"/>
        <a:ext cx="2518048" cy="737196"/>
      </dsp:txXfrm>
    </dsp:sp>
    <dsp:sp modelId="{39D8D327-3519-433B-BC68-3CE8F4A5153F}">
      <dsp:nvSpPr>
        <dsp:cNvPr id="0" name=""/>
        <dsp:cNvSpPr/>
      </dsp:nvSpPr>
      <dsp:spPr>
        <a:xfrm rot="5400000">
          <a:off x="4580191" y="673244"/>
          <a:ext cx="653567" cy="461832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Долговременные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Кратковременные</a:t>
          </a:r>
        </a:p>
      </dsp:txBody>
      <dsp:txXfrm rot="-5400000">
        <a:off x="2597811" y="2687530"/>
        <a:ext cx="4586424" cy="589757"/>
      </dsp:txXfrm>
    </dsp:sp>
    <dsp:sp modelId="{926EEDA6-9055-46D5-A431-A698466FC809}">
      <dsp:nvSpPr>
        <dsp:cNvPr id="0" name=""/>
        <dsp:cNvSpPr/>
      </dsp:nvSpPr>
      <dsp:spPr>
        <a:xfrm>
          <a:off x="0" y="2573930"/>
          <a:ext cx="2597810" cy="816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Долговременность</a:t>
          </a:r>
        </a:p>
      </dsp:txBody>
      <dsp:txXfrm>
        <a:off x="39881" y="2613811"/>
        <a:ext cx="2518048" cy="737196"/>
      </dsp:txXfrm>
    </dsp:sp>
    <dsp:sp modelId="{487BE38B-BDA0-4E57-9265-AB4D5D4BE9A1}">
      <dsp:nvSpPr>
        <dsp:cNvPr id="0" name=""/>
        <dsp:cNvSpPr/>
      </dsp:nvSpPr>
      <dsp:spPr>
        <a:xfrm rot="5400000">
          <a:off x="4580191" y="1531051"/>
          <a:ext cx="653567" cy="461832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Аналоговые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Цифровые</a:t>
          </a:r>
        </a:p>
      </dsp:txBody>
      <dsp:txXfrm rot="-5400000">
        <a:off x="2597811" y="3545337"/>
        <a:ext cx="4586424" cy="589757"/>
      </dsp:txXfrm>
    </dsp:sp>
    <dsp:sp modelId="{2585F756-0BFB-43F1-861E-681FC16FA4C7}">
      <dsp:nvSpPr>
        <dsp:cNvPr id="0" name=""/>
        <dsp:cNvSpPr/>
      </dsp:nvSpPr>
      <dsp:spPr>
        <a:xfrm>
          <a:off x="0" y="3431736"/>
          <a:ext cx="2597810" cy="816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Принцип записи</a:t>
          </a:r>
        </a:p>
      </dsp:txBody>
      <dsp:txXfrm>
        <a:off x="39881" y="3471617"/>
        <a:ext cx="2518048" cy="737196"/>
      </dsp:txXfrm>
    </dsp:sp>
    <dsp:sp modelId="{64182C87-A4CC-4F36-9B9D-D368A7D298B0}">
      <dsp:nvSpPr>
        <dsp:cNvPr id="0" name=""/>
        <dsp:cNvSpPr/>
      </dsp:nvSpPr>
      <dsp:spPr>
        <a:xfrm rot="5400000">
          <a:off x="4580191" y="2388858"/>
          <a:ext cx="653567" cy="461832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Последовательный; Произвольный; Смешанный</a:t>
          </a:r>
        </a:p>
      </dsp:txBody>
      <dsp:txXfrm rot="-5400000">
        <a:off x="2597811" y="4403144"/>
        <a:ext cx="4586424" cy="589757"/>
      </dsp:txXfrm>
    </dsp:sp>
    <dsp:sp modelId="{C80170F9-1CA4-4702-92BE-BA119A9A357B}">
      <dsp:nvSpPr>
        <dsp:cNvPr id="0" name=""/>
        <dsp:cNvSpPr/>
      </dsp:nvSpPr>
      <dsp:spPr>
        <a:xfrm>
          <a:off x="0" y="4289543"/>
          <a:ext cx="2597810" cy="816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Тип доступа</a:t>
          </a:r>
        </a:p>
      </dsp:txBody>
      <dsp:txXfrm>
        <a:off x="39881" y="4329424"/>
        <a:ext cx="2518048" cy="737196"/>
      </dsp:txXfrm>
    </dsp:sp>
    <dsp:sp modelId="{F1F7B247-8D31-41B3-9B93-D26D11E00F26}">
      <dsp:nvSpPr>
        <dsp:cNvPr id="0" name=""/>
        <dsp:cNvSpPr/>
      </dsp:nvSpPr>
      <dsp:spPr>
        <a:xfrm rot="5400000">
          <a:off x="4580191" y="3246665"/>
          <a:ext cx="653567" cy="461832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/>
            <a:t>Магнитные; Полупроводниковые; Оптические; Бумажные; Квантовые</a:t>
          </a:r>
        </a:p>
      </dsp:txBody>
      <dsp:txXfrm rot="-5400000">
        <a:off x="2597811" y="5260951"/>
        <a:ext cx="4586424" cy="589757"/>
      </dsp:txXfrm>
    </dsp:sp>
    <dsp:sp modelId="{2ED8F967-C220-4076-A665-E7B00B94D69C}">
      <dsp:nvSpPr>
        <dsp:cNvPr id="0" name=""/>
        <dsp:cNvSpPr/>
      </dsp:nvSpPr>
      <dsp:spPr>
        <a:xfrm>
          <a:off x="0" y="5147350"/>
          <a:ext cx="2597810" cy="8169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Физический принцип</a:t>
          </a:r>
        </a:p>
      </dsp:txBody>
      <dsp:txXfrm>
        <a:off x="39881" y="5187231"/>
        <a:ext cx="2518048" cy="7371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910E91-BDB8-4635-AEAC-01D4B52D9A91}">
      <dsp:nvSpPr>
        <dsp:cNvPr id="0" name=""/>
        <dsp:cNvSpPr/>
      </dsp:nvSpPr>
      <dsp:spPr>
        <a:xfrm>
          <a:off x="3157" y="1958327"/>
          <a:ext cx="1380687" cy="8284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Рукописный текст</a:t>
          </a:r>
        </a:p>
      </dsp:txBody>
      <dsp:txXfrm>
        <a:off x="27420" y="1982590"/>
        <a:ext cx="1332161" cy="779886"/>
      </dsp:txXfrm>
    </dsp:sp>
    <dsp:sp modelId="{1C92E453-97DB-4101-923D-3A44E3454E6B}">
      <dsp:nvSpPr>
        <dsp:cNvPr id="0" name=""/>
        <dsp:cNvSpPr/>
      </dsp:nvSpPr>
      <dsp:spPr>
        <a:xfrm>
          <a:off x="1521914" y="2201328"/>
          <a:ext cx="292705" cy="3424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300" kern="1200"/>
        </a:p>
      </dsp:txBody>
      <dsp:txXfrm>
        <a:off x="1521914" y="2269810"/>
        <a:ext cx="204894" cy="205446"/>
      </dsp:txXfrm>
    </dsp:sp>
    <dsp:sp modelId="{DCE21B55-8748-4D09-BB7A-BE2602393571}">
      <dsp:nvSpPr>
        <dsp:cNvPr id="0" name=""/>
        <dsp:cNvSpPr/>
      </dsp:nvSpPr>
      <dsp:spPr>
        <a:xfrm>
          <a:off x="1936120" y="1958327"/>
          <a:ext cx="1380687" cy="8284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Клавиатура</a:t>
          </a:r>
        </a:p>
      </dsp:txBody>
      <dsp:txXfrm>
        <a:off x="1960383" y="1982590"/>
        <a:ext cx="1332161" cy="779886"/>
      </dsp:txXfrm>
    </dsp:sp>
    <dsp:sp modelId="{7B3A6832-5A78-42AF-BD1B-6C4D2977FD31}">
      <dsp:nvSpPr>
        <dsp:cNvPr id="0" name=""/>
        <dsp:cNvSpPr/>
      </dsp:nvSpPr>
      <dsp:spPr>
        <a:xfrm>
          <a:off x="3454876" y="2201328"/>
          <a:ext cx="292705" cy="3424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300" kern="1200"/>
        </a:p>
      </dsp:txBody>
      <dsp:txXfrm>
        <a:off x="3454876" y="2269810"/>
        <a:ext cx="204894" cy="205446"/>
      </dsp:txXfrm>
    </dsp:sp>
    <dsp:sp modelId="{7CDC6AD1-C86E-4AB9-A264-9171330BD30B}">
      <dsp:nvSpPr>
        <dsp:cNvPr id="0" name=""/>
        <dsp:cNvSpPr/>
      </dsp:nvSpPr>
      <dsp:spPr>
        <a:xfrm>
          <a:off x="3869083" y="1958327"/>
          <a:ext cx="1380687" cy="8284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KOI-8</a:t>
          </a:r>
          <a:endParaRPr lang="ru-RU" sz="1600" kern="1200" dirty="0"/>
        </a:p>
      </dsp:txBody>
      <dsp:txXfrm>
        <a:off x="3893346" y="1982590"/>
        <a:ext cx="1332161" cy="779886"/>
      </dsp:txXfrm>
    </dsp:sp>
    <dsp:sp modelId="{E5ED90E5-95E9-4E9F-93F5-1BAD09282371}">
      <dsp:nvSpPr>
        <dsp:cNvPr id="0" name=""/>
        <dsp:cNvSpPr/>
      </dsp:nvSpPr>
      <dsp:spPr>
        <a:xfrm>
          <a:off x="5387839" y="2201328"/>
          <a:ext cx="292705" cy="3424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300" kern="1200"/>
        </a:p>
      </dsp:txBody>
      <dsp:txXfrm>
        <a:off x="5387839" y="2269810"/>
        <a:ext cx="204894" cy="205446"/>
      </dsp:txXfrm>
    </dsp:sp>
    <dsp:sp modelId="{6B26A0A9-314D-4953-82C5-D9A3FF7E5E4B}">
      <dsp:nvSpPr>
        <dsp:cNvPr id="0" name=""/>
        <dsp:cNvSpPr/>
      </dsp:nvSpPr>
      <dsp:spPr>
        <a:xfrm>
          <a:off x="5802045" y="1958327"/>
          <a:ext cx="1380687" cy="8284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Жёсткий диск</a:t>
          </a:r>
        </a:p>
      </dsp:txBody>
      <dsp:txXfrm>
        <a:off x="5826308" y="1982590"/>
        <a:ext cx="1332161" cy="779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5E780-54EA-472D-8F32-BBA47E6C3B7F}" type="datetimeFigureOut">
              <a:rPr lang="ru-RU" smtClean="0"/>
              <a:t>08.09.2026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B10583-0B77-4E9A-96E8-022A5165B5B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748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5671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96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2166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9110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57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4364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765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655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6031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409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921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3639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95146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844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38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2597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C69C0-E7A5-E243-93A4-1B2CC0F6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168C2-D127-362F-635A-A60F28F9E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8B9A9-566C-4229-4910-5CB72F453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2D985-D0B3-6324-FCEA-AEC91BDA9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09259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9129F-5D3D-0994-70C4-2EEF7583E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E55C5-C2B4-89C2-2BF5-876A219E1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AAD12-8423-61E1-0314-EF3F0E5E0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F5A89-BB9E-9A3C-088F-2285CEA32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883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B6DDF-37F6-1758-3829-75BA411DC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72B96-227D-66B3-13EA-D394BD1DD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C0826-5C26-8970-94DF-1DE3F4B72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5D8C1-C92C-7B60-75C3-02B0ED6A7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25436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2685F-5AAF-9B96-5341-F67A2FB45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6BDF1-F268-4252-905F-F95FA82D3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AB7A5-E7F6-DF26-82CF-5F469B637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BA0E7-B79A-A49C-80DC-C7701A1E7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122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2E4A1-871D-57B5-B308-F11E0BE8B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1B631-25AD-37E2-888A-AAF3E3354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FDBE1-5A32-43C1-87AD-33E329789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99140-2F8D-426E-767D-EDCE6EA52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E6FB5-F890-304F-A36B-54AA81FB8B0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035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5F5DA4-954D-7489-7260-247E22617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AE4A8F-D894-394B-8106-7DD72FD6EB1F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08.09.2026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D1EA36-18D0-FCE9-0CEB-63DC27AE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138B87-3BE8-E11A-4CA5-32AB35B1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63E1C1-A028-4D4E-A8C8-9214D2A1B6C2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558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79BA0-411E-A65B-876A-7611F71E3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E0D2E3-37C1-D763-45E1-5611DCB12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0A64-28A0-00A1-D917-2A896022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AE4A8F-D894-394B-8106-7DD72FD6EB1F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08.09.2026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DA8E28-A781-8F75-66B2-59F3125B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558D9E-7590-D7A8-4C58-D3A2D81C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63E1C1-A028-4D4E-A8C8-9214D2A1B6C2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288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47216-A557-C48B-4C71-1A240DCE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322E18-8D58-0C66-D787-DB415C990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DE747-9118-13EB-934F-B918F17AD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E4A8F-D894-394B-8106-7DD72FD6EB1F}" type="datetimeFigureOut">
              <a:rPr lang="ru-RU" smtClean="0"/>
              <a:t>08.09.2026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205960-BE43-11EA-5C91-829BA1B3E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9CC4A4-F428-D59F-9C65-A877CAF52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fld id="{1363E1C1-A028-4D4E-A8C8-9214D2A1B6C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829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hyperlink" Target="https://ru.wiktionary.org/wiki/informatio#%D0%9B%D0%B0%D1%82%D0%B8%D0%BD%D1%81%D0%BA%D0%B8%D0%B9" TargetMode="External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hyperlink" Target="https://ru.wiktionary.org/wiki/en:informare#Latin" TargetMode="External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6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463434" y="2863768"/>
            <a:ext cx="11211339" cy="11304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400" b="1" dirty="0">
                <a:solidFill>
                  <a:prstClr val="white"/>
                </a:solidFill>
                <a:latin typeface="ALS Sector Regular" pitchFamily="2" charset="0"/>
                <a:cs typeface="ALS Sector Regular" pitchFamily="2" charset="0"/>
              </a:rPr>
              <a:t>Информатика, введение</a:t>
            </a:r>
            <a:endParaRPr kumimoji="0" lang="ru-RU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j-ea"/>
              <a:cs typeface="ALS Sector Regular" pitchFamily="2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1ED838-C5F8-5BF8-527C-4FB20A960F4F}"/>
              </a:ext>
            </a:extLst>
          </p:cNvPr>
          <p:cNvSpPr/>
          <p:nvPr/>
        </p:nvSpPr>
        <p:spPr>
          <a:xfrm>
            <a:off x="463436" y="6079140"/>
            <a:ext cx="5316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DEA"/>
              </a:buClr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ALS Sector Regular" pitchFamily="2" charset="0"/>
                <a:ea typeface="+mn-ea"/>
                <a:cs typeface="ALS Sector Regular" pitchFamily="2" charset="0"/>
              </a:rPr>
              <a:t>август 2026 </a:t>
            </a:r>
            <a:r>
              <a:rPr lang="ru-RU" sz="2000" dirty="0">
                <a:solidFill>
                  <a:prstClr val="white">
                    <a:alpha val="50000"/>
                  </a:prstClr>
                </a:solidFill>
                <a:latin typeface="ALS Sector Regular" pitchFamily="2" charset="0"/>
                <a:cs typeface="ALS Sector Regular" pitchFamily="2" charset="0"/>
              </a:rPr>
              <a:t>г.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AC25DA0-FB7B-F5ED-1652-54BE4C90F804}"/>
              </a:ext>
            </a:extLst>
          </p:cNvPr>
          <p:cNvSpPr txBox="1">
            <a:spLocks/>
          </p:cNvSpPr>
          <p:nvPr/>
        </p:nvSpPr>
        <p:spPr>
          <a:xfrm>
            <a:off x="463433" y="378750"/>
            <a:ext cx="11211339" cy="65324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Московский университет имени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С.Ю.Витте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j-ea"/>
              <a:cs typeface="ALS Sector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88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 b="1" dirty="0">
                <a:solidFill>
                  <a:schemeClr val="bg1"/>
                </a:solidFill>
              </a:rPr>
              <a:t>Информатика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ECA54-EE5B-56ED-6EBB-E88171C8D246}"/>
              </a:ext>
            </a:extLst>
          </p:cNvPr>
          <p:cNvSpPr txBox="1"/>
          <p:nvPr/>
        </p:nvSpPr>
        <p:spPr>
          <a:xfrm>
            <a:off x="644444" y="2891352"/>
            <a:ext cx="2715232" cy="1491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prstClr val="white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Концепция </a:t>
            </a:r>
            <a:r>
              <a:rPr lang="en-US" sz="1600" dirty="0">
                <a:solidFill>
                  <a:prstClr val="white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CIA: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>
                <a:solidFill>
                  <a:prstClr val="white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C</a:t>
            </a:r>
            <a:r>
              <a:rPr lang="en-US" sz="1600" dirty="0">
                <a:solidFill>
                  <a:prstClr val="white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onfidentiality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ntegrity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vailability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6EDFD-304E-4CA0-9525-D3363677EF68}"/>
              </a:ext>
            </a:extLst>
          </p:cNvPr>
          <p:cNvSpPr txBox="1"/>
          <p:nvPr/>
        </p:nvSpPr>
        <p:spPr>
          <a:xfrm>
            <a:off x="4692073" y="628073"/>
            <a:ext cx="70104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Информатика</a:t>
            </a:r>
            <a:r>
              <a:rPr lang="ru-RU" sz="2400" dirty="0"/>
              <a:t> — методы сбора, хранения, обработки, передачи и защиты информации.</a:t>
            </a:r>
          </a:p>
        </p:txBody>
      </p:sp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6B8AB042-798F-4EC6-AF95-E20751AC01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4506721"/>
              </p:ext>
            </p:extLst>
          </p:nvPr>
        </p:nvGraphicFramePr>
        <p:xfrm>
          <a:off x="4200444" y="1626447"/>
          <a:ext cx="7401560" cy="4911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98428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</a:rPr>
              <a:t>Информация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ECA54-EE5B-56ED-6EBB-E88171C8D246}"/>
              </a:ext>
            </a:extLst>
          </p:cNvPr>
          <p:cNvSpPr txBox="1"/>
          <p:nvPr/>
        </p:nvSpPr>
        <p:spPr>
          <a:xfrm>
            <a:off x="345468" y="2734733"/>
            <a:ext cx="2359632" cy="264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Аксиома информатики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60268" y="129262"/>
            <a:ext cx="7458762" cy="6297782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AB8F49-7653-F004-FBAA-C7C03B619ECA}"/>
              </a:ext>
            </a:extLst>
          </p:cNvPr>
          <p:cNvSpPr txBox="1"/>
          <p:nvPr/>
        </p:nvSpPr>
        <p:spPr>
          <a:xfrm>
            <a:off x="4549400" y="3759895"/>
            <a:ext cx="71242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>
                <a:solidFill>
                  <a:schemeClr val="accent2">
                    <a:lumMod val="75000"/>
                  </a:schemeClr>
                </a:solidFill>
              </a:rPr>
              <a:t>Сведения</a:t>
            </a:r>
            <a:r>
              <a:rPr lang="en-US" sz="2000" dirty="0">
                <a:solidFill>
                  <a:srgbClr val="333333"/>
                </a:solidFill>
              </a:rPr>
              <a:t> -</a:t>
            </a:r>
            <a:r>
              <a:rPr lang="ru-RU" sz="2000" dirty="0">
                <a:solidFill>
                  <a:srgbClr val="333333"/>
                </a:solidFill>
              </a:rPr>
              <a:t> </a:t>
            </a:r>
            <a:r>
              <a:rPr lang="ru-RU" dirty="0">
                <a:solidFill>
                  <a:srgbClr val="333333"/>
                </a:solidFill>
              </a:rPr>
              <a:t>вербальный или невербальный элемент объективного опыта человечества, содержащий объективизированную </a:t>
            </a:r>
            <a:r>
              <a:rPr lang="ru-RU" b="1" dirty="0"/>
              <a:t>информацию 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79795B-ACB5-4EFF-9A74-B1540FBBF304}"/>
              </a:ext>
            </a:extLst>
          </p:cNvPr>
          <p:cNvSpPr txBox="1"/>
          <p:nvPr/>
        </p:nvSpPr>
        <p:spPr>
          <a:xfrm>
            <a:off x="4606916" y="129262"/>
            <a:ext cx="726746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Информация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 </a:t>
            </a:r>
          </a:p>
          <a:p>
            <a:r>
              <a:rPr lang="ru-RU" sz="2000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 </a:t>
            </a:r>
            <a:r>
              <a:rPr lang="ru-RU" b="0" i="0" u="none" strike="noStrike" dirty="0">
                <a:solidFill>
                  <a:srgbClr val="0645AD"/>
                </a:solidFill>
                <a:effectLst/>
                <a:latin typeface="+mj-lt"/>
                <a:cs typeface="Times New Roman" panose="02020603050405020304" pitchFamily="18" charset="0"/>
              </a:rPr>
              <a:t>лат.</a:t>
            </a:r>
            <a:r>
              <a:rPr lang="ru-RU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 </a:t>
            </a:r>
            <a:r>
              <a:rPr lang="ru-RU" b="0" i="1" u="none" strike="noStrike" dirty="0" err="1">
                <a:solidFill>
                  <a:srgbClr val="3366BB"/>
                </a:solidFill>
                <a:effectLst/>
                <a:latin typeface="+mj-lt"/>
                <a:cs typeface="Times New Roman" panose="02020603050405020304" pitchFamily="18" charset="0"/>
                <a:hlinkClick r:id="rId3" tooltip="wikt:informatio"/>
              </a:rPr>
              <a:t>informātiō</a:t>
            </a:r>
            <a:r>
              <a:rPr lang="ru-RU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 «разъяснение, представление, понятие о чём-либо» </a:t>
            </a:r>
          </a:p>
          <a:p>
            <a:r>
              <a:rPr lang="ru-RU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 </a:t>
            </a:r>
            <a:r>
              <a:rPr lang="ru-RU" b="0" i="0" dirty="0">
                <a:solidFill>
                  <a:srgbClr val="333399"/>
                </a:solidFill>
                <a:effectLst/>
                <a:latin typeface="+mj-lt"/>
                <a:cs typeface="Times New Roman" panose="02020603050405020304" pitchFamily="18" charset="0"/>
              </a:rPr>
              <a:t>лат.</a:t>
            </a:r>
            <a:r>
              <a:rPr lang="ru-RU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lang="ru-RU" b="0" i="1" strike="noStrike" dirty="0" err="1">
                <a:solidFill>
                  <a:srgbClr val="3366BB"/>
                </a:solidFill>
                <a:effectLst/>
                <a:latin typeface="+mj-lt"/>
                <a:cs typeface="Times New Roman" panose="02020603050405020304" pitchFamily="18" charset="0"/>
                <a:hlinkClick r:id="rId4" tooltip="wikt:en:informare"/>
              </a:rPr>
              <a:t>informare</a:t>
            </a:r>
            <a:r>
              <a:rPr lang="ru-RU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 «придавать вид, форму, обучать; мыслить, воображать»</a:t>
            </a:r>
          </a:p>
          <a:p>
            <a:endParaRPr lang="ru-RU" sz="2000" dirty="0">
              <a:solidFill>
                <a:srgbClr val="202122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ru-RU" sz="2000" b="1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Информация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  — </a:t>
            </a:r>
            <a:r>
              <a:rPr lang="ru-RU" b="0" i="0" dirty="0">
                <a:solidFill>
                  <a:schemeClr val="accent2">
                    <a:lumMod val="75000"/>
                  </a:schemeClr>
                </a:solidFill>
                <a:effectLst/>
                <a:latin typeface="+mj-lt"/>
                <a:cs typeface="Times New Roman" panose="02020603050405020304" pitchFamily="18" charset="0"/>
              </a:rPr>
              <a:t>сведения </a:t>
            </a:r>
            <a:r>
              <a:rPr lang="ru-RU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независимо от формы их представления.</a:t>
            </a:r>
          </a:p>
          <a:p>
            <a:r>
              <a:rPr lang="ru-RU" sz="2000" b="1" dirty="0"/>
              <a:t>Информация </a:t>
            </a:r>
            <a:r>
              <a:rPr lang="ru-RU" dirty="0"/>
              <a:t>— 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сведения</a:t>
            </a:r>
            <a:r>
              <a:rPr lang="ru-RU" dirty="0"/>
              <a:t>, уменьшающие неопределённость.</a:t>
            </a:r>
          </a:p>
          <a:p>
            <a:endParaRPr lang="en-US" dirty="0">
              <a:latin typeface="+mj-lt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Что такое сведения?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6F00BE-C5E1-456B-BEA1-73C18DD2FBFB}"/>
              </a:ext>
            </a:extLst>
          </p:cNvPr>
          <p:cNvSpPr txBox="1"/>
          <p:nvPr/>
        </p:nvSpPr>
        <p:spPr>
          <a:xfrm>
            <a:off x="4484306" y="4839563"/>
            <a:ext cx="7267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202122"/>
                </a:solidFill>
              </a:rPr>
              <a:t>А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кадемик </a:t>
            </a:r>
            <a:r>
              <a:rPr lang="ru-RU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Н. Н. Моисеев: «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В силу широты этого понятия нет и не может быть строгого и достаточно универсального определения информации».</a:t>
            </a:r>
            <a:endParaRPr lang="ru-RU" dirty="0"/>
          </a:p>
        </p:txBody>
      </p:sp>
      <p:graphicFrame>
        <p:nvGraphicFramePr>
          <p:cNvPr id="15" name="Схема 14">
            <a:extLst>
              <a:ext uri="{FF2B5EF4-FFF2-40B4-BE49-F238E27FC236}">
                <a16:creationId xmlns:a16="http://schemas.microsoft.com/office/drawing/2014/main" id="{48B98C29-12D6-A746-A2F2-5BFF29308C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2537470"/>
              </p:ext>
            </p:extLst>
          </p:nvPr>
        </p:nvGraphicFramePr>
        <p:xfrm>
          <a:off x="9051263" y="2224454"/>
          <a:ext cx="3315232" cy="1652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279378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</a:rPr>
              <a:t>Свойства информации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24019" y="133350"/>
            <a:ext cx="7458762" cy="6591300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E0F2AF05-35BD-4E2C-AFAE-2B9858D38A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139914"/>
              </p:ext>
            </p:extLst>
          </p:nvPr>
        </p:nvGraphicFramePr>
        <p:xfrm>
          <a:off x="3865219" y="1016847"/>
          <a:ext cx="7523480" cy="5208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0299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5334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75137" y="296441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n-ea"/>
                <a:cs typeface="ALS Sector Regular" pitchFamily="2" charset="0"/>
              </a:rPr>
              <a:t>Связь с концепцией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n-ea"/>
                <a:cs typeface="ALS Sector Regular" pitchFamily="2" charset="0"/>
              </a:rPr>
              <a:t>CIA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</a:rPr>
              <a:t>Свойства информации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24019" y="133350"/>
            <a:ext cx="7458762" cy="6591300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54C1E50C-17A7-4AA3-93EF-07DB22E552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9516144"/>
              </p:ext>
            </p:extLst>
          </p:nvPr>
        </p:nvGraphicFramePr>
        <p:xfrm>
          <a:off x="4489937" y="780692"/>
          <a:ext cx="7381362" cy="4746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87567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Задача 1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24019" y="133350"/>
            <a:ext cx="7458762" cy="6591300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A26D09-412A-4D3F-B6D0-81CF73F2385B}"/>
              </a:ext>
            </a:extLst>
          </p:cNvPr>
          <p:cNvSpPr txBox="1"/>
          <p:nvPr/>
        </p:nvSpPr>
        <p:spPr>
          <a:xfrm>
            <a:off x="4610100" y="434340"/>
            <a:ext cx="72067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00B0F0"/>
                </a:solidFill>
              </a:rPr>
              <a:t>Пароль администратора ресурса: 12345</a:t>
            </a:r>
          </a:p>
          <a:p>
            <a:endParaRPr lang="ru-RU" sz="2000" dirty="0">
              <a:solidFill>
                <a:srgbClr val="00B0F0"/>
              </a:solidFill>
            </a:endParaRPr>
          </a:p>
          <a:p>
            <a:r>
              <a:rPr lang="ru-RU" sz="2400" dirty="0"/>
              <a:t>Назовите свойства информации, находящиеся под угрозой, и пункты концепции </a:t>
            </a:r>
            <a:r>
              <a:rPr lang="en-US" sz="2400" dirty="0"/>
              <a:t>CIA</a:t>
            </a:r>
            <a:r>
              <a:rPr lang="ru-RU" sz="2400" dirty="0"/>
              <a:t>, которые были нарушены.</a:t>
            </a:r>
          </a:p>
        </p:txBody>
      </p:sp>
    </p:spTree>
    <p:extLst>
      <p:ext uri="{BB962C8B-B14F-4D97-AF65-F5344CB8AC3E}">
        <p14:creationId xmlns:p14="http://schemas.microsoft.com/office/powerpoint/2010/main" val="2375614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Носители информации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ECA54-EE5B-56ED-6EBB-E88171C8D246}"/>
              </a:ext>
            </a:extLst>
          </p:cNvPr>
          <p:cNvSpPr txBox="1"/>
          <p:nvPr/>
        </p:nvSpPr>
        <p:spPr>
          <a:xfrm>
            <a:off x="345468" y="2734733"/>
            <a:ext cx="3403572" cy="545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prstClr val="white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Носитель информации – физическая среда хранения.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24019" y="150283"/>
            <a:ext cx="7458762" cy="6591300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C0F241-199E-4D58-80F8-BC3DFA73251E}"/>
              </a:ext>
            </a:extLst>
          </p:cNvPr>
          <p:cNvSpPr txBox="1"/>
          <p:nvPr/>
        </p:nvSpPr>
        <p:spPr>
          <a:xfrm>
            <a:off x="5878943" y="150283"/>
            <a:ext cx="406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Классификация носителей информации</a:t>
            </a:r>
          </a:p>
        </p:txBody>
      </p:sp>
      <p:graphicFrame>
        <p:nvGraphicFramePr>
          <p:cNvPr id="32" name="Схема 31">
            <a:extLst>
              <a:ext uri="{FF2B5EF4-FFF2-40B4-BE49-F238E27FC236}">
                <a16:creationId xmlns:a16="http://schemas.microsoft.com/office/drawing/2014/main" id="{CCBE0884-5450-4767-822F-587136E2C1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73646"/>
              </p:ext>
            </p:extLst>
          </p:nvPr>
        </p:nvGraphicFramePr>
        <p:xfrm>
          <a:off x="4545330" y="776764"/>
          <a:ext cx="7216140" cy="5964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20084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Носители информации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ECA54-EE5B-56ED-6EBB-E88171C8D246}"/>
              </a:ext>
            </a:extLst>
          </p:cNvPr>
          <p:cNvSpPr txBox="1"/>
          <p:nvPr/>
        </p:nvSpPr>
        <p:spPr>
          <a:xfrm>
            <a:off x="345468" y="2734733"/>
            <a:ext cx="3403572" cy="545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prstClr val="white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Связь типа носителя информации с мероприятиями ИБ.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24019" y="150283"/>
            <a:ext cx="7458762" cy="6591300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32AAF0F-93C3-49B3-B270-2DA5EC907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616801"/>
              </p:ext>
            </p:extLst>
          </p:nvPr>
        </p:nvGraphicFramePr>
        <p:xfrm>
          <a:off x="4574540" y="468206"/>
          <a:ext cx="7157720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430">
                  <a:extLst>
                    <a:ext uri="{9D8B030D-6E8A-4147-A177-3AD203B41FA5}">
                      <a16:colId xmlns:a16="http://schemas.microsoft.com/office/drawing/2014/main" val="164452145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1260895292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2479782941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1812193598"/>
                    </a:ext>
                  </a:extLst>
                </a:gridCol>
              </a:tblGrid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Тип носителя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Характерис</a:t>
                      </a:r>
                      <a:r>
                        <a:rPr lang="ru-RU" dirty="0"/>
                        <a:t>-тики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Риски ИБ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Меры защиты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242553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r>
                        <a:rPr lang="en-US" sz="1400" dirty="0"/>
                        <a:t>HDD, SSD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Произвольный доступ, высокая скорость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Кража, </a:t>
                      </a:r>
                      <a:r>
                        <a:rPr lang="ru-RU" sz="1400" dirty="0" err="1"/>
                        <a:t>несанкциониро</a:t>
                      </a:r>
                      <a:r>
                        <a:rPr lang="ru-RU" sz="1400" dirty="0"/>
                        <a:t>-ванный доступ, выход из строя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Шифрование, контроль доступа, резервное копирование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358940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r>
                        <a:rPr lang="ru-RU" sz="1400" dirty="0" err="1"/>
                        <a:t>Флеш</a:t>
                      </a:r>
                      <a:r>
                        <a:rPr lang="ru-RU" sz="1400" dirty="0"/>
                        <a:t>-накопители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Мобильность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Утеря, кража, заражение вредоносным ПО, утечка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Запрет автозапуска, шифрование, учёт носителей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923647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r>
                        <a:rPr lang="ru-RU" sz="1400" dirty="0"/>
                        <a:t>Магнитная лента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Однократная запись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Подмена носителя, повреждение поверхности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Контроль физической безопасности, ротация, проверка целостности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067119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r>
                        <a:rPr lang="ru-RU" sz="1400" dirty="0"/>
                        <a:t>Оптический 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Однократная запись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Подмена носителя, повреждение поверхности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Использование </a:t>
                      </a:r>
                      <a:r>
                        <a:rPr lang="en-US" sz="1400" dirty="0"/>
                        <a:t>WORM </a:t>
                      </a:r>
                      <a:r>
                        <a:rPr lang="ru-RU" sz="1400" dirty="0"/>
                        <a:t>для неизменяемых логов, контроль </a:t>
                      </a:r>
                      <a:r>
                        <a:rPr lang="ru-RU" sz="1400" dirty="0" err="1"/>
                        <a:t>хеш</a:t>
                      </a:r>
                      <a:r>
                        <a:rPr lang="ru-RU" sz="1400" dirty="0"/>
                        <a:t>-сумм.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851810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r>
                        <a:rPr lang="ru-RU" sz="1400" dirty="0"/>
                        <a:t>Бумага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Аналоговый носитель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Несанкционированное копирование, утеря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Контроль зон доступа, учёт документов, маркировка грифами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630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805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Виды информации по форме представления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ECA54-EE5B-56ED-6EBB-E88171C8D246}"/>
              </a:ext>
            </a:extLst>
          </p:cNvPr>
          <p:cNvSpPr txBox="1"/>
          <p:nvPr/>
        </p:nvSpPr>
        <p:spPr>
          <a:xfrm>
            <a:off x="345468" y="2734733"/>
            <a:ext cx="3403572" cy="545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prstClr val="white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Связь формы представления информации с мероприятиями ИБ.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24019" y="150283"/>
            <a:ext cx="7458762" cy="6591300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469E763-9362-4F79-83B4-81E55AC4F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642588"/>
              </p:ext>
            </p:extLst>
          </p:nvPr>
        </p:nvGraphicFramePr>
        <p:xfrm>
          <a:off x="4613910" y="272890"/>
          <a:ext cx="7078980" cy="5917528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1116330">
                  <a:extLst>
                    <a:ext uri="{9D8B030D-6E8A-4147-A177-3AD203B41FA5}">
                      <a16:colId xmlns:a16="http://schemas.microsoft.com/office/drawing/2014/main" val="3994844559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901089898"/>
                    </a:ext>
                  </a:extLst>
                </a:gridCol>
                <a:gridCol w="1507998">
                  <a:extLst>
                    <a:ext uri="{9D8B030D-6E8A-4147-A177-3AD203B41FA5}">
                      <a16:colId xmlns:a16="http://schemas.microsoft.com/office/drawing/2014/main" val="2728482116"/>
                    </a:ext>
                  </a:extLst>
                </a:gridCol>
                <a:gridCol w="1415796">
                  <a:extLst>
                    <a:ext uri="{9D8B030D-6E8A-4147-A177-3AD203B41FA5}">
                      <a16:colId xmlns:a16="http://schemas.microsoft.com/office/drawing/2014/main" val="795621180"/>
                    </a:ext>
                  </a:extLst>
                </a:gridCol>
                <a:gridCol w="1415796">
                  <a:extLst>
                    <a:ext uri="{9D8B030D-6E8A-4147-A177-3AD203B41FA5}">
                      <a16:colId xmlns:a16="http://schemas.microsoft.com/office/drawing/2014/main" val="61794637"/>
                    </a:ext>
                  </a:extLst>
                </a:gridCol>
              </a:tblGrid>
              <a:tr h="436858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Вид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Примеры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Особенности представления в компьютере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Ключевые риски ИБ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Меры защиты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991698725"/>
                  </a:ext>
                </a:extLst>
              </a:tr>
              <a:tr h="962950">
                <a:tc>
                  <a:txBody>
                    <a:bodyPr/>
                    <a:lstStyle/>
                    <a:p>
                      <a:r>
                        <a:rPr lang="ru-RU" sz="1400" dirty="0"/>
                        <a:t>Текстовая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Документы, </a:t>
                      </a:r>
                      <a:r>
                        <a:rPr lang="ru-RU" sz="1400" dirty="0" err="1"/>
                        <a:t>логи</a:t>
                      </a:r>
                      <a:r>
                        <a:rPr lang="ru-RU" sz="1400" dirty="0"/>
                        <a:t>, скрипты, конфиги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Кодировки (UTF‑8, Windows‑1251), символы, байты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Подмена символов, внедрение скриптов, «кракозябры» при неверной кодировке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Валидация кодировки, проверка формата, запрет исполнения текстовых файлов как кода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401327780"/>
                  </a:ext>
                </a:extLst>
              </a:tr>
              <a:tr h="962950">
                <a:tc>
                  <a:txBody>
                    <a:bodyPr/>
                    <a:lstStyle/>
                    <a:p>
                      <a:r>
                        <a:rPr lang="ru-RU" sz="1400" dirty="0"/>
                        <a:t>Числовая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Таблицы, метрики, показания датчиков, координаты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Целые/вещественные числа, форматы (IEEE 754), точность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Искажение значений, подмена метрик, ошибки округления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Контроль целостности (хэши, контрольные суммы), валидация диапазонов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231273064"/>
                  </a:ext>
                </a:extLst>
              </a:tr>
              <a:tr h="962950">
                <a:tc>
                  <a:txBody>
                    <a:bodyPr/>
                    <a:lstStyle/>
                    <a:p>
                      <a:r>
                        <a:rPr lang="ru-RU" sz="1200" dirty="0"/>
                        <a:t>Графическая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Фото, скриншоты, схемы, чертежи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Пиксели, </a:t>
                      </a:r>
                      <a:r>
                        <a:rPr lang="en-US" sz="1400"/>
                        <a:t>RGB/CMYK, </a:t>
                      </a:r>
                      <a:r>
                        <a:rPr lang="ru-RU" sz="1400"/>
                        <a:t>глубина цвета, сжатие (</a:t>
                      </a:r>
                      <a:r>
                        <a:rPr lang="en-US" sz="1400"/>
                        <a:t>JPEG, PNG)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Подмена изображения, стеганография, внедрение вредоносной нагрузки в метаданные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Проверка формата и сигнатур, контроль хэшей, запрет загрузки произвольных форматов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228549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379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n-ea"/>
              </a:rPr>
              <a:t>Виды информации по форме представления (продолжение)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ECA54-EE5B-56ED-6EBB-E88171C8D246}"/>
              </a:ext>
            </a:extLst>
          </p:cNvPr>
          <p:cNvSpPr txBox="1"/>
          <p:nvPr/>
        </p:nvSpPr>
        <p:spPr>
          <a:xfrm>
            <a:off x="345468" y="2734733"/>
            <a:ext cx="3403572" cy="545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prstClr val="white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Связь формы представления информации с мероприятиями ИБ.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24019" y="150283"/>
            <a:ext cx="7458762" cy="6591300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469E763-9362-4F79-83B4-81E55AC4F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237848"/>
              </p:ext>
            </p:extLst>
          </p:nvPr>
        </p:nvGraphicFramePr>
        <p:xfrm>
          <a:off x="4613910" y="272890"/>
          <a:ext cx="7078980" cy="4384806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1116330">
                  <a:extLst>
                    <a:ext uri="{9D8B030D-6E8A-4147-A177-3AD203B41FA5}">
                      <a16:colId xmlns:a16="http://schemas.microsoft.com/office/drawing/2014/main" val="3994844559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901089898"/>
                    </a:ext>
                  </a:extLst>
                </a:gridCol>
                <a:gridCol w="1507998">
                  <a:extLst>
                    <a:ext uri="{9D8B030D-6E8A-4147-A177-3AD203B41FA5}">
                      <a16:colId xmlns:a16="http://schemas.microsoft.com/office/drawing/2014/main" val="2728482116"/>
                    </a:ext>
                  </a:extLst>
                </a:gridCol>
                <a:gridCol w="1415796">
                  <a:extLst>
                    <a:ext uri="{9D8B030D-6E8A-4147-A177-3AD203B41FA5}">
                      <a16:colId xmlns:a16="http://schemas.microsoft.com/office/drawing/2014/main" val="795621180"/>
                    </a:ext>
                  </a:extLst>
                </a:gridCol>
                <a:gridCol w="1415796">
                  <a:extLst>
                    <a:ext uri="{9D8B030D-6E8A-4147-A177-3AD203B41FA5}">
                      <a16:colId xmlns:a16="http://schemas.microsoft.com/office/drawing/2014/main" val="61794637"/>
                    </a:ext>
                  </a:extLst>
                </a:gridCol>
              </a:tblGrid>
              <a:tr h="436858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Вид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Примеры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Особенности представления в компьютере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Ключевые риски ИБ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Меры защиты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991698725"/>
                  </a:ext>
                </a:extLst>
              </a:tr>
              <a:tr h="1094473">
                <a:tc>
                  <a:txBody>
                    <a:bodyPr/>
                    <a:lstStyle/>
                    <a:p>
                      <a:r>
                        <a:rPr lang="ru-RU" sz="1400" dirty="0"/>
                        <a:t>Звуковая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Аудиозаписи, голосовые команды, сигналы тревоги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Дискретизация, частота, битрейт, кодеки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Подмена голоса (spoofing), внедрение скрытых команд, искажение записей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Цифровая подпись </a:t>
                      </a:r>
                      <a:r>
                        <a:rPr lang="ru-RU" sz="1400" dirty="0" err="1"/>
                        <a:t>медиафайлов</a:t>
                      </a:r>
                      <a:r>
                        <a:rPr lang="ru-RU" sz="1400" dirty="0"/>
                        <a:t>, контроль целостности, разделение каналов доверенного ввода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220101842"/>
                  </a:ext>
                </a:extLst>
              </a:tr>
              <a:tr h="831427">
                <a:tc>
                  <a:txBody>
                    <a:bodyPr/>
                    <a:lstStyle/>
                    <a:p>
                      <a:r>
                        <a:rPr lang="ru-RU" sz="1400" dirty="0"/>
                        <a:t>Видео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Записи камер, </a:t>
                      </a:r>
                      <a:r>
                        <a:rPr lang="ru-RU" sz="1400" dirty="0" err="1"/>
                        <a:t>стримы</a:t>
                      </a:r>
                      <a:r>
                        <a:rPr lang="ru-RU" sz="1400" dirty="0"/>
                        <a:t>, обучающие ролики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Кадры, кодеки, контейнеры, потоки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Подмена видеопотока, монтаж, удаление фрагментов, внедрение ложных данных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WORM‑архивы для записей, хэши, контроль доступа к потокам, журналирование операций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220193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8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Общая классификация информации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ECA54-EE5B-56ED-6EBB-E88171C8D246}"/>
              </a:ext>
            </a:extLst>
          </p:cNvPr>
          <p:cNvSpPr txBox="1"/>
          <p:nvPr/>
        </p:nvSpPr>
        <p:spPr>
          <a:xfrm>
            <a:off x="345468" y="2734733"/>
            <a:ext cx="3403572" cy="264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prstClr val="white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Политика доступа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24019" y="150283"/>
            <a:ext cx="7458762" cy="6591300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488ADD5-1BBF-4B42-8DE0-8036832C5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436556"/>
              </p:ext>
            </p:extLst>
          </p:nvPr>
        </p:nvGraphicFramePr>
        <p:xfrm>
          <a:off x="4489937" y="495665"/>
          <a:ext cx="7326927" cy="3543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2309">
                  <a:extLst>
                    <a:ext uri="{9D8B030D-6E8A-4147-A177-3AD203B41FA5}">
                      <a16:colId xmlns:a16="http://schemas.microsoft.com/office/drawing/2014/main" val="2136439679"/>
                    </a:ext>
                  </a:extLst>
                </a:gridCol>
                <a:gridCol w="2442309">
                  <a:extLst>
                    <a:ext uri="{9D8B030D-6E8A-4147-A177-3AD203B41FA5}">
                      <a16:colId xmlns:a16="http://schemas.microsoft.com/office/drawing/2014/main" val="3593825786"/>
                    </a:ext>
                  </a:extLst>
                </a:gridCol>
                <a:gridCol w="2442309">
                  <a:extLst>
                    <a:ext uri="{9D8B030D-6E8A-4147-A177-3AD203B41FA5}">
                      <a16:colId xmlns:a16="http://schemas.microsoft.com/office/drawing/2014/main" val="3326603"/>
                    </a:ext>
                  </a:extLst>
                </a:gridCol>
              </a:tblGrid>
              <a:tr h="41287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Критерий классификации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Примеры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Различия с точки зрения ИБ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val="4056140651"/>
                  </a:ext>
                </a:extLst>
              </a:tr>
              <a:tr h="696961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По назначению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>
                          <a:effectLst/>
                        </a:rPr>
                        <a:t>Личная, служебная, публичная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>
                          <a:effectLst/>
                        </a:rPr>
                        <a:t>Разный уровень контроля доступа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val="1991981348"/>
                  </a:ext>
                </a:extLst>
              </a:tr>
              <a:tr h="696961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По секретности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Открытая, </a:t>
                      </a:r>
                      <a:r>
                        <a:rPr lang="ru-RU" sz="1800" dirty="0" err="1">
                          <a:effectLst/>
                        </a:rPr>
                        <a:t>конфиденциаль</a:t>
                      </a:r>
                      <a:r>
                        <a:rPr lang="ru-RU" sz="1800" dirty="0">
                          <a:effectLst/>
                        </a:rPr>
                        <a:t>-ная, секретная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>
                          <a:effectLst/>
                        </a:rPr>
                        <a:t>Разные меры защиты и учёт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val="2269263271"/>
                  </a:ext>
                </a:extLst>
              </a:tr>
              <a:tr h="696961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По источнику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Первичная, вторичная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800" dirty="0">
                          <a:effectLst/>
                        </a:rPr>
                        <a:t>Проверка достоверности источника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val="3778482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234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Задача 2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89937" y="150283"/>
            <a:ext cx="7458762" cy="6591300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A26D09-412A-4D3F-B6D0-81CF73F2385B}"/>
              </a:ext>
            </a:extLst>
          </p:cNvPr>
          <p:cNvSpPr txBox="1"/>
          <p:nvPr/>
        </p:nvSpPr>
        <p:spPr>
          <a:xfrm>
            <a:off x="4610100" y="434340"/>
            <a:ext cx="72067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176DEA"/>
                </a:solidFill>
              </a:rPr>
              <a:t>Классифицируйте информацию и предложите меры защиты для каждого из примеров: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фото из отпуска;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отчёт по продажам за квартал;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черновик курсовой;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запись с камеры наблюдения.</a:t>
            </a:r>
          </a:p>
        </p:txBody>
      </p:sp>
    </p:spTree>
    <p:extLst>
      <p:ext uri="{BB962C8B-B14F-4D97-AF65-F5344CB8AC3E}">
        <p14:creationId xmlns:p14="http://schemas.microsoft.com/office/powerpoint/2010/main" val="4103187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</a:rPr>
              <a:t>Кодирование информации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ECA54-EE5B-56ED-6EBB-E88171C8D246}"/>
              </a:ext>
            </a:extLst>
          </p:cNvPr>
          <p:cNvSpPr txBox="1"/>
          <p:nvPr/>
        </p:nvSpPr>
        <p:spPr>
          <a:xfrm>
            <a:off x="345468" y="2734733"/>
            <a:ext cx="2359632" cy="264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Целостность данных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60268" y="192025"/>
            <a:ext cx="7458762" cy="6297782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79795B-ACB5-4EFF-9A74-B1540FBBF304}"/>
              </a:ext>
            </a:extLst>
          </p:cNvPr>
          <p:cNvSpPr txBox="1"/>
          <p:nvPr/>
        </p:nvSpPr>
        <p:spPr>
          <a:xfrm>
            <a:off x="4615318" y="245028"/>
            <a:ext cx="72674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Для хранения и передачи информацию нужно преобразовать в данные.</a:t>
            </a:r>
          </a:p>
          <a:p>
            <a:pPr algn="just"/>
            <a:r>
              <a:rPr lang="ru-RU" sz="2000" b="1" dirty="0">
                <a:solidFill>
                  <a:srgbClr val="202122"/>
                </a:solidFill>
                <a:latin typeface="+mj-lt"/>
                <a:cs typeface="Times New Roman" panose="02020603050405020304" pitchFamily="18" charset="0"/>
              </a:rPr>
              <a:t>Кодирование – процесс перехода от информации к данным или между различными видами данных.</a:t>
            </a:r>
          </a:p>
          <a:p>
            <a:pPr algn="just"/>
            <a:r>
              <a:rPr lang="ru-RU" sz="2000" b="1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2000" b="1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На большинстве носителей информация хранится в виде двоичных чисел. 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997CE993-0EF3-4840-B081-FDB218298F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2810969"/>
              </p:ext>
            </p:extLst>
          </p:nvPr>
        </p:nvGraphicFramePr>
        <p:xfrm>
          <a:off x="4615318" y="1073399"/>
          <a:ext cx="7185891" cy="47450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09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</a:rPr>
              <a:t>Единицы измерения  информации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60268" y="192025"/>
            <a:ext cx="7458762" cy="6297782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79795B-ACB5-4EFF-9A74-B1540FBBF304}"/>
              </a:ext>
            </a:extLst>
          </p:cNvPr>
          <p:cNvSpPr txBox="1"/>
          <p:nvPr/>
        </p:nvSpPr>
        <p:spPr>
          <a:xfrm>
            <a:off x="4615318" y="245028"/>
            <a:ext cx="72674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Бит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 – количество информации, уменьшающее неопределённость в 2 раза.</a:t>
            </a:r>
          </a:p>
          <a:p>
            <a:r>
              <a:rPr lang="ru-RU" sz="2000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000" b="1" dirty="0"/>
              <a:t>Бит</a:t>
            </a:r>
            <a:r>
              <a:rPr lang="ru-RU" sz="2000" dirty="0"/>
              <a:t> (от англ. </a:t>
            </a:r>
            <a:r>
              <a:rPr lang="ru-RU" sz="2000" i="1" dirty="0" err="1"/>
              <a:t>binary</a:t>
            </a:r>
            <a:r>
              <a:rPr lang="ru-RU" sz="2000" i="1" dirty="0"/>
              <a:t> </a:t>
            </a:r>
            <a:r>
              <a:rPr lang="ru-RU" sz="2000" i="1" dirty="0" err="1"/>
              <a:t>digit</a:t>
            </a:r>
            <a:r>
              <a:rPr lang="ru-RU" sz="2000" dirty="0"/>
              <a:t> — «двоичная цифра»)</a:t>
            </a:r>
            <a:endParaRPr lang="ru-RU" sz="2000" b="0" i="0" dirty="0">
              <a:solidFill>
                <a:srgbClr val="202122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endParaRPr lang="ru-RU" sz="2000" dirty="0">
              <a:solidFill>
                <a:srgbClr val="202122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ru-RU" sz="2000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В вычислительной технике </a:t>
            </a:r>
            <a:r>
              <a:rPr lang="ru-RU" sz="2000" b="1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бит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+mj-lt"/>
                <a:cs typeface="Times New Roman" panose="02020603050405020304" pitchFamily="18" charset="0"/>
              </a:rPr>
              <a:t> – один разряд двоичного числа (принимает значение 0 или 1).</a:t>
            </a:r>
          </a:p>
          <a:p>
            <a:endParaRPr lang="ru-RU" sz="2000" b="0" i="0" dirty="0">
              <a:solidFill>
                <a:srgbClr val="202122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202122"/>
                </a:solidFill>
                <a:latin typeface="+mj-lt"/>
                <a:cs typeface="Times New Roman" panose="02020603050405020304" pitchFamily="18" charset="0"/>
              </a:rPr>
              <a:t>В формальной логике </a:t>
            </a:r>
            <a:r>
              <a:rPr lang="ru-RU" sz="2000" b="1" dirty="0">
                <a:solidFill>
                  <a:srgbClr val="202122"/>
                </a:solidFill>
                <a:latin typeface="+mj-lt"/>
                <a:cs typeface="Times New Roman" panose="02020603050405020304" pitchFamily="18" charset="0"/>
              </a:rPr>
              <a:t>бит </a:t>
            </a:r>
            <a:r>
              <a:rPr lang="ru-RU" sz="2000" dirty="0">
                <a:solidFill>
                  <a:srgbClr val="202122"/>
                </a:solidFill>
                <a:latin typeface="+mj-lt"/>
                <a:cs typeface="Times New Roman" panose="02020603050405020304" pitchFamily="18" charset="0"/>
              </a:rPr>
              <a:t>– значение логического выражения (принимает значение истина или ложь).</a:t>
            </a:r>
            <a:endParaRPr lang="ru-RU" sz="2000" b="0" i="0" dirty="0">
              <a:solidFill>
                <a:srgbClr val="202122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CBC2733-3FD8-4442-8257-2CF174A0D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170500"/>
              </p:ext>
            </p:extLst>
          </p:nvPr>
        </p:nvGraphicFramePr>
        <p:xfrm>
          <a:off x="4660203" y="3429000"/>
          <a:ext cx="7058891" cy="310896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387764">
                  <a:extLst>
                    <a:ext uri="{9D8B030D-6E8A-4147-A177-3AD203B41FA5}">
                      <a16:colId xmlns:a16="http://schemas.microsoft.com/office/drawing/2014/main" val="604923509"/>
                    </a:ext>
                  </a:extLst>
                </a:gridCol>
                <a:gridCol w="1597891">
                  <a:extLst>
                    <a:ext uri="{9D8B030D-6E8A-4147-A177-3AD203B41FA5}">
                      <a16:colId xmlns:a16="http://schemas.microsoft.com/office/drawing/2014/main" val="1868833080"/>
                    </a:ext>
                  </a:extLst>
                </a:gridCol>
                <a:gridCol w="2503054">
                  <a:extLst>
                    <a:ext uri="{9D8B030D-6E8A-4147-A177-3AD203B41FA5}">
                      <a16:colId xmlns:a16="http://schemas.microsoft.com/office/drawing/2014/main" val="986106359"/>
                    </a:ext>
                  </a:extLst>
                </a:gridCol>
                <a:gridCol w="1570182">
                  <a:extLst>
                    <a:ext uri="{9D8B030D-6E8A-4147-A177-3AD203B41FA5}">
                      <a16:colId xmlns:a16="http://schemas.microsoft.com/office/drawing/2014/main" val="2792261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Единица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Обозначение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Сколько в предыдущей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Сколько бит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55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Бит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13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Байт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 бит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2943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Килобайт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1024 байта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8192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714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Мегабайт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1024 килобайта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8 388 608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316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Гигабайт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1024 мегабайта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8 589 934 592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09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Терабайт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1024 гигабайта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r>
                        <a:rPr lang="ru-RU" baseline="30000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765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615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</a:rPr>
              <a:t>Кодирование текста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60268" y="192025"/>
            <a:ext cx="7458762" cy="6297782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ru-RU"/>
              <a:t>ASCII, UTF‑8, Windows‑1251</a:t>
            </a: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0E370-60E7-4698-AF99-5A8C313568AF}"/>
              </a:ext>
            </a:extLst>
          </p:cNvPr>
          <p:cNvSpPr txBox="1"/>
          <p:nvPr/>
        </p:nvSpPr>
        <p:spPr>
          <a:xfrm>
            <a:off x="4655127" y="562927"/>
            <a:ext cx="67333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ASCII, </a:t>
            </a:r>
            <a:r>
              <a:rPr lang="en-US" sz="2000" dirty="0"/>
              <a:t>Unicode (</a:t>
            </a:r>
            <a:r>
              <a:rPr lang="ru-RU" sz="2000" dirty="0"/>
              <a:t>UTF‑8</a:t>
            </a:r>
            <a:r>
              <a:rPr lang="en-US" sz="2000" dirty="0"/>
              <a:t>)</a:t>
            </a:r>
            <a:r>
              <a:rPr lang="ru-RU" sz="2000" dirty="0"/>
              <a:t>, Windows‑1251 –Кодовые таблицы символов национальных алфавитов.</a:t>
            </a:r>
          </a:p>
          <a:p>
            <a:endParaRPr lang="ru-RU" dirty="0"/>
          </a:p>
          <a:p>
            <a:r>
              <a:rPr lang="ru-RU" sz="2000" dirty="0"/>
              <a:t>«</a:t>
            </a:r>
            <a:r>
              <a:rPr lang="ru-RU" sz="2000" dirty="0" err="1"/>
              <a:t>кракозябры</a:t>
            </a:r>
            <a:r>
              <a:rPr lang="ru-RU" sz="2000" dirty="0"/>
              <a:t>» возникают при несовпадении кодировок на источнике и приёмнике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380848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</a:rPr>
              <a:t>Кодирование изображения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460268" y="192025"/>
            <a:ext cx="7458762" cy="6297782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ru-RU"/>
              <a:t>ASCII, UTF‑8, Windows‑1251</a:t>
            </a: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0E370-60E7-4698-AF99-5A8C313568AF}"/>
              </a:ext>
            </a:extLst>
          </p:cNvPr>
          <p:cNvSpPr txBox="1"/>
          <p:nvPr/>
        </p:nvSpPr>
        <p:spPr>
          <a:xfrm>
            <a:off x="4655127" y="562927"/>
            <a:ext cx="673330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Растровое изображение</a:t>
            </a:r>
            <a:r>
              <a:rPr lang="ru-RU" sz="2000" dirty="0"/>
              <a:t> — это сетка </a:t>
            </a:r>
            <a:r>
              <a:rPr lang="ru-RU" sz="2000" dirty="0">
                <a:solidFill>
                  <a:srgbClr val="176DEA"/>
                </a:solidFill>
              </a:rPr>
              <a:t>точек</a:t>
            </a:r>
            <a:r>
              <a:rPr lang="ru-RU" sz="2000" dirty="0"/>
              <a:t>.</a:t>
            </a:r>
          </a:p>
          <a:p>
            <a:r>
              <a:rPr lang="ru-RU" sz="2000" dirty="0"/>
              <a:t>Каждая </a:t>
            </a:r>
            <a:r>
              <a:rPr lang="ru-RU" sz="2000" b="1" dirty="0"/>
              <a:t>точка</a:t>
            </a:r>
            <a:r>
              <a:rPr lang="ru-RU" sz="2000" dirty="0"/>
              <a:t> – три </a:t>
            </a:r>
            <a:r>
              <a:rPr lang="ru-RU" sz="2000" dirty="0">
                <a:solidFill>
                  <a:srgbClr val="176DEA"/>
                </a:solidFill>
              </a:rPr>
              <a:t>пикселя</a:t>
            </a:r>
            <a:r>
              <a:rPr lang="ru-RU" sz="2000" dirty="0"/>
              <a:t>. Цвет кодируют в модели </a:t>
            </a:r>
            <a:r>
              <a:rPr lang="ru-RU" sz="2000" b="1" dirty="0"/>
              <a:t>RGB</a:t>
            </a:r>
            <a:r>
              <a:rPr lang="ru-RU" sz="2000" dirty="0"/>
              <a:t> (</a:t>
            </a:r>
            <a:r>
              <a:rPr lang="ru-RU" sz="2000" dirty="0" err="1"/>
              <a:t>Red</a:t>
            </a:r>
            <a:r>
              <a:rPr lang="ru-RU" sz="2000" dirty="0"/>
              <a:t>, </a:t>
            </a:r>
            <a:r>
              <a:rPr lang="ru-RU" sz="2000" dirty="0" err="1"/>
              <a:t>Green</a:t>
            </a:r>
            <a:r>
              <a:rPr lang="ru-RU" sz="2000" dirty="0"/>
              <a:t>, </a:t>
            </a:r>
            <a:r>
              <a:rPr lang="ru-RU" sz="2000" dirty="0" err="1"/>
              <a:t>Blue</a:t>
            </a:r>
            <a:r>
              <a:rPr lang="ru-RU" sz="2000" dirty="0"/>
              <a:t>).</a:t>
            </a:r>
          </a:p>
          <a:p>
            <a:endParaRPr lang="ru-RU" sz="2000" dirty="0"/>
          </a:p>
          <a:p>
            <a:r>
              <a:rPr lang="ru-RU" sz="2000" dirty="0"/>
              <a:t>Объём изображения (бит) = </a:t>
            </a:r>
            <a:r>
              <a:rPr lang="ru-RU" sz="2000" dirty="0" err="1"/>
              <a:t>ширина×высота×глубина</a:t>
            </a:r>
            <a:r>
              <a:rPr lang="ru-RU" sz="2000" dirty="0"/>
              <a:t> цвета (бит на пиксель)</a:t>
            </a:r>
          </a:p>
          <a:p>
            <a:endParaRPr lang="ru-RU" sz="2000" dirty="0"/>
          </a:p>
          <a:p>
            <a:r>
              <a:rPr lang="ru-RU" sz="2400" b="1" dirty="0"/>
              <a:t>Сжатие изображений: без потерь и с потерями</a:t>
            </a:r>
          </a:p>
          <a:p>
            <a:endParaRPr lang="ru-RU" sz="2000" b="1" dirty="0"/>
          </a:p>
          <a:p>
            <a:r>
              <a:rPr lang="ru-RU" sz="2000" b="1" dirty="0"/>
              <a:t>Без потерь (</a:t>
            </a:r>
            <a:r>
              <a:rPr lang="ru-RU" sz="2000" b="1" dirty="0" err="1"/>
              <a:t>lossless</a:t>
            </a:r>
            <a:r>
              <a:rPr lang="ru-RU" sz="2000" b="1" dirty="0"/>
              <a:t>):</a:t>
            </a:r>
            <a:r>
              <a:rPr lang="ru-RU" sz="2000" dirty="0"/>
              <a:t> PNG, BMP (несжатый), </a:t>
            </a:r>
            <a:r>
              <a:rPr lang="ru-RU" sz="2000" dirty="0" err="1"/>
              <a:t>WebP</a:t>
            </a:r>
            <a:r>
              <a:rPr lang="ru-RU" sz="2000" dirty="0"/>
              <a:t> </a:t>
            </a:r>
            <a:r>
              <a:rPr lang="ru-RU" sz="2000" dirty="0" err="1"/>
              <a:t>lossless</a:t>
            </a:r>
            <a:r>
              <a:rPr lang="ru-RU" sz="2000" dirty="0"/>
              <a:t>. Структура данных меняется, но каждый бит исходных данных можно точно восстановить.</a:t>
            </a:r>
          </a:p>
          <a:p>
            <a:r>
              <a:rPr lang="ru-RU" sz="2000" b="1" dirty="0"/>
              <a:t>С потерями (</a:t>
            </a:r>
            <a:r>
              <a:rPr lang="ru-RU" sz="2000" b="1" dirty="0" err="1"/>
              <a:t>lossy</a:t>
            </a:r>
            <a:r>
              <a:rPr lang="ru-RU" sz="2000" b="1" dirty="0"/>
              <a:t>):</a:t>
            </a:r>
            <a:r>
              <a:rPr lang="ru-RU" sz="2000" dirty="0"/>
              <a:t> JPEG, </a:t>
            </a:r>
            <a:r>
              <a:rPr lang="ru-RU" sz="2000" dirty="0" err="1"/>
              <a:t>WebP</a:t>
            </a:r>
            <a:r>
              <a:rPr lang="ru-RU" sz="2000" dirty="0"/>
              <a:t> </a:t>
            </a:r>
            <a:r>
              <a:rPr lang="ru-RU" sz="2000" dirty="0" err="1"/>
              <a:t>lossy</a:t>
            </a:r>
            <a:r>
              <a:rPr lang="ru-RU" sz="2000" dirty="0"/>
              <a:t>, HEIC. Отбрасывается часть информации (особенно высокочастотные детали), которые глаз почти не замечает.</a:t>
            </a:r>
          </a:p>
          <a:p>
            <a:endParaRPr lang="ru-RU" sz="2000" dirty="0"/>
          </a:p>
          <a:p>
            <a:r>
              <a:rPr lang="ru-RU" dirty="0"/>
              <a:t>Для </a:t>
            </a:r>
            <a:r>
              <a:rPr lang="ru-RU" dirty="0">
                <a:solidFill>
                  <a:srgbClr val="176DEA"/>
                </a:solidFill>
              </a:rPr>
              <a:t>проверки целостности </a:t>
            </a:r>
            <a:r>
              <a:rPr lang="ru-RU" dirty="0"/>
              <a:t>используют хэш‑суммы (MD5/SHA‑256).</a:t>
            </a:r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77793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63907092-0D52-91F8-6E90-4844C420E0BE}"/>
              </a:ext>
            </a:extLst>
          </p:cNvPr>
          <p:cNvSpPr txBox="1"/>
          <p:nvPr/>
        </p:nvSpPr>
        <p:spPr>
          <a:xfrm>
            <a:off x="375137" y="562927"/>
            <a:ext cx="3739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Хеш-суммы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ECA54-EE5B-56ED-6EBB-E88171C8D246}"/>
              </a:ext>
            </a:extLst>
          </p:cNvPr>
          <p:cNvSpPr txBox="1"/>
          <p:nvPr/>
        </p:nvSpPr>
        <p:spPr>
          <a:xfrm>
            <a:off x="398582" y="2759263"/>
            <a:ext cx="1948964" cy="2569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MD5 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или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SHA-256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C56B453-2F8A-F73E-CDDF-D7835C8902B6}"/>
              </a:ext>
            </a:extLst>
          </p:cNvPr>
          <p:cNvSpPr/>
          <p:nvPr/>
        </p:nvSpPr>
        <p:spPr>
          <a:xfrm>
            <a:off x="4604391" y="150475"/>
            <a:ext cx="7458762" cy="6591300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BFD75B6-B2BB-F07F-8095-3A55A6266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956376"/>
              </p:ext>
            </p:extLst>
          </p:nvPr>
        </p:nvGraphicFramePr>
        <p:xfrm>
          <a:off x="4733239" y="331709"/>
          <a:ext cx="7083624" cy="4681608"/>
        </p:xfrm>
        <a:graphic>
          <a:graphicData uri="http://schemas.openxmlformats.org/drawingml/2006/table">
            <a:tbl>
              <a:tblPr firstRow="1">
                <a:tableStyleId>{35758FB7-9AC5-4552-8A53-C91805E547FA}</a:tableStyleId>
              </a:tblPr>
              <a:tblGrid>
                <a:gridCol w="2361208">
                  <a:extLst>
                    <a:ext uri="{9D8B030D-6E8A-4147-A177-3AD203B41FA5}">
                      <a16:colId xmlns:a16="http://schemas.microsoft.com/office/drawing/2014/main" val="3737001598"/>
                    </a:ext>
                  </a:extLst>
                </a:gridCol>
                <a:gridCol w="2361208">
                  <a:extLst>
                    <a:ext uri="{9D8B030D-6E8A-4147-A177-3AD203B41FA5}">
                      <a16:colId xmlns:a16="http://schemas.microsoft.com/office/drawing/2014/main" val="2254847655"/>
                    </a:ext>
                  </a:extLst>
                </a:gridCol>
                <a:gridCol w="2361208">
                  <a:extLst>
                    <a:ext uri="{9D8B030D-6E8A-4147-A177-3AD203B41FA5}">
                      <a16:colId xmlns:a16="http://schemas.microsoft.com/office/drawing/2014/main" val="1910874772"/>
                    </a:ext>
                  </a:extLst>
                </a:gridCol>
              </a:tblGrid>
              <a:tr h="270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Параметр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MD5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SHA‑256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930892868"/>
                  </a:ext>
                </a:extLst>
              </a:tr>
              <a:tr h="679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1"/>
                        <a:t>Длина хеша</a:t>
                      </a:r>
                      <a:endParaRPr lang="ru-RU" sz="14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128 бит (32 шестнадцатеричных символа)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256 бит (64 шестнадцатеричных символа)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717050512"/>
                  </a:ext>
                </a:extLst>
              </a:tr>
              <a:tr h="884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1"/>
                        <a:t>Назначение сегодня</a:t>
                      </a:r>
                      <a:endParaRPr lang="ru-RU" sz="14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Проверка целостности в некритичных задачах (не для криптографии)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Стандарт для контроля целостности, цифровых подписей, хранения контрольных сумм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6023866"/>
                  </a:ext>
                </a:extLst>
              </a:tr>
              <a:tr h="884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1"/>
                        <a:t>Безопасность</a:t>
                      </a:r>
                      <a:endParaRPr lang="ru-RU" sz="14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Уязвимость к коллизиям доказана: можно создать два разных файла с одинаковым MD5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На текущий момент устойчив к известным атакам на коллизии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4092341552"/>
                  </a:ext>
                </a:extLst>
              </a:tr>
              <a:tr h="679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1"/>
                        <a:t>Пример хеша</a:t>
                      </a:r>
                      <a:endParaRPr lang="ru-RU" sz="14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d41d8cd98f00b204e9800998ecf8427e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e3b0c44298fc1c149afbf4c8996fb92427ae41e4649b934ca495991b7852b855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4190814902"/>
                  </a:ext>
                </a:extLst>
              </a:tr>
              <a:tr h="884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1"/>
                        <a:t>Типичное применение в ИБ</a:t>
                      </a:r>
                      <a:endParaRPr lang="ru-RU" sz="14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Устаревшее; иногда встречается в старых системах для быстрой проверки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Журналы аудита, дистрибутивы ПО, архивы, контроль файлов в ИС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10974960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DE7B1BD-D631-D989-80B5-4D80DA630B50}"/>
              </a:ext>
            </a:extLst>
          </p:cNvPr>
          <p:cNvSpPr txBox="1"/>
          <p:nvPr/>
        </p:nvSpPr>
        <p:spPr>
          <a:xfrm>
            <a:off x="4730390" y="5141296"/>
            <a:ext cx="72067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 err="1">
                <a:solidFill>
                  <a:srgbClr val="176DEA"/>
                </a:solidFill>
              </a:rPr>
              <a:t>import</a:t>
            </a:r>
            <a:r>
              <a:rPr lang="ru-RU" sz="1400" b="1" dirty="0">
                <a:solidFill>
                  <a:srgbClr val="176DEA"/>
                </a:solidFill>
              </a:rPr>
              <a:t> </a:t>
            </a:r>
            <a:r>
              <a:rPr lang="ru-RU" sz="1400" b="1" dirty="0" err="1">
                <a:solidFill>
                  <a:srgbClr val="176DEA"/>
                </a:solidFill>
              </a:rPr>
              <a:t>hashlib</a:t>
            </a:r>
            <a:endParaRPr lang="en-US" sz="1400" b="1" dirty="0">
              <a:solidFill>
                <a:srgbClr val="176DEA"/>
              </a:solidFill>
            </a:endParaRPr>
          </a:p>
          <a:p>
            <a:r>
              <a:rPr lang="ru-RU" sz="1400" b="1" dirty="0" err="1">
                <a:solidFill>
                  <a:srgbClr val="176DEA"/>
                </a:solidFill>
              </a:rPr>
              <a:t>def</a:t>
            </a:r>
            <a:r>
              <a:rPr lang="ru-RU" sz="1400" b="1" dirty="0">
                <a:solidFill>
                  <a:srgbClr val="176DEA"/>
                </a:solidFill>
              </a:rPr>
              <a:t> sha256_file(</a:t>
            </a:r>
            <a:r>
              <a:rPr lang="ru-RU" sz="1400" b="1" dirty="0" err="1">
                <a:solidFill>
                  <a:srgbClr val="176DEA"/>
                </a:solidFill>
              </a:rPr>
              <a:t>path</a:t>
            </a:r>
            <a:r>
              <a:rPr lang="ru-RU" sz="1400" b="1" dirty="0">
                <a:solidFill>
                  <a:srgbClr val="176DEA"/>
                </a:solidFill>
              </a:rPr>
              <a:t>: </a:t>
            </a:r>
            <a:r>
              <a:rPr lang="ru-RU" sz="1400" b="1" dirty="0" err="1">
                <a:solidFill>
                  <a:srgbClr val="176DEA"/>
                </a:solidFill>
              </a:rPr>
              <a:t>str</a:t>
            </a:r>
            <a:r>
              <a:rPr lang="ru-RU" sz="1400" b="1" dirty="0">
                <a:solidFill>
                  <a:srgbClr val="176DEA"/>
                </a:solidFill>
              </a:rPr>
              <a:t>) -&gt; </a:t>
            </a:r>
            <a:r>
              <a:rPr lang="ru-RU" sz="1400" b="1" dirty="0" err="1">
                <a:solidFill>
                  <a:srgbClr val="176DEA"/>
                </a:solidFill>
              </a:rPr>
              <a:t>str</a:t>
            </a:r>
            <a:r>
              <a:rPr lang="ru-RU" sz="1400" b="1" dirty="0">
                <a:solidFill>
                  <a:srgbClr val="176DEA"/>
                </a:solidFill>
              </a:rPr>
              <a:t>:</a:t>
            </a:r>
            <a:endParaRPr lang="en-US" sz="1400" b="1" dirty="0">
              <a:solidFill>
                <a:srgbClr val="176DEA"/>
              </a:solidFill>
            </a:endParaRPr>
          </a:p>
          <a:p>
            <a:r>
              <a:rPr lang="en-US" sz="1400" b="1" dirty="0">
                <a:solidFill>
                  <a:srgbClr val="176DEA"/>
                </a:solidFill>
              </a:rPr>
              <a:t>	</a:t>
            </a:r>
            <a:r>
              <a:rPr lang="ru-RU" sz="1400" b="1" dirty="0">
                <a:solidFill>
                  <a:srgbClr val="176DEA"/>
                </a:solidFill>
              </a:rPr>
              <a:t>h = hashlib.sha256()</a:t>
            </a:r>
            <a:endParaRPr lang="en-US" sz="1400" b="1" dirty="0">
              <a:solidFill>
                <a:srgbClr val="176DEA"/>
              </a:solidFill>
            </a:endParaRPr>
          </a:p>
          <a:p>
            <a:r>
              <a:rPr lang="en-US" sz="1400" b="1" dirty="0">
                <a:solidFill>
                  <a:srgbClr val="176DEA"/>
                </a:solidFill>
              </a:rPr>
              <a:t>	</a:t>
            </a:r>
            <a:r>
              <a:rPr lang="ru-RU" sz="1400" b="1" dirty="0" err="1">
                <a:solidFill>
                  <a:srgbClr val="176DEA"/>
                </a:solidFill>
              </a:rPr>
              <a:t>with</a:t>
            </a:r>
            <a:r>
              <a:rPr lang="ru-RU" sz="1400" b="1" dirty="0">
                <a:solidFill>
                  <a:srgbClr val="176DEA"/>
                </a:solidFill>
              </a:rPr>
              <a:t> </a:t>
            </a:r>
            <a:r>
              <a:rPr lang="ru-RU" sz="1400" b="1" dirty="0" err="1">
                <a:solidFill>
                  <a:srgbClr val="176DEA"/>
                </a:solidFill>
              </a:rPr>
              <a:t>open</a:t>
            </a:r>
            <a:r>
              <a:rPr lang="ru-RU" sz="1400" b="1" dirty="0">
                <a:solidFill>
                  <a:srgbClr val="176DEA"/>
                </a:solidFill>
              </a:rPr>
              <a:t>(</a:t>
            </a:r>
            <a:r>
              <a:rPr lang="ru-RU" sz="1400" b="1" dirty="0" err="1">
                <a:solidFill>
                  <a:srgbClr val="176DEA"/>
                </a:solidFill>
              </a:rPr>
              <a:t>path</a:t>
            </a:r>
            <a:r>
              <a:rPr lang="ru-RU" sz="1400" b="1" dirty="0">
                <a:solidFill>
                  <a:srgbClr val="176DEA"/>
                </a:solidFill>
              </a:rPr>
              <a:t>, "</a:t>
            </a:r>
            <a:r>
              <a:rPr lang="ru-RU" sz="1400" b="1" dirty="0" err="1">
                <a:solidFill>
                  <a:srgbClr val="176DEA"/>
                </a:solidFill>
              </a:rPr>
              <a:t>rb</a:t>
            </a:r>
            <a:r>
              <a:rPr lang="ru-RU" sz="1400" b="1" dirty="0">
                <a:solidFill>
                  <a:srgbClr val="176DEA"/>
                </a:solidFill>
              </a:rPr>
              <a:t>") </a:t>
            </a:r>
            <a:r>
              <a:rPr lang="ru-RU" sz="1400" b="1" dirty="0" err="1">
                <a:solidFill>
                  <a:srgbClr val="176DEA"/>
                </a:solidFill>
              </a:rPr>
              <a:t>as</a:t>
            </a:r>
            <a:r>
              <a:rPr lang="ru-RU" sz="1400" b="1" dirty="0">
                <a:solidFill>
                  <a:srgbClr val="176DEA"/>
                </a:solidFill>
              </a:rPr>
              <a:t> f: </a:t>
            </a:r>
            <a:r>
              <a:rPr lang="ru-RU" sz="1400" b="1" dirty="0" err="1">
                <a:solidFill>
                  <a:srgbClr val="176DEA"/>
                </a:solidFill>
              </a:rPr>
              <a:t>for</a:t>
            </a:r>
            <a:r>
              <a:rPr lang="ru-RU" sz="1400" b="1" dirty="0">
                <a:solidFill>
                  <a:srgbClr val="176DEA"/>
                </a:solidFill>
              </a:rPr>
              <a:t> </a:t>
            </a:r>
            <a:r>
              <a:rPr lang="ru-RU" sz="1400" b="1" dirty="0" err="1">
                <a:solidFill>
                  <a:srgbClr val="176DEA"/>
                </a:solidFill>
              </a:rPr>
              <a:t>chunk</a:t>
            </a:r>
            <a:r>
              <a:rPr lang="ru-RU" sz="1400" b="1" dirty="0">
                <a:solidFill>
                  <a:srgbClr val="176DEA"/>
                </a:solidFill>
              </a:rPr>
              <a:t> </a:t>
            </a:r>
            <a:r>
              <a:rPr lang="ru-RU" sz="1400" b="1" dirty="0" err="1">
                <a:solidFill>
                  <a:srgbClr val="176DEA"/>
                </a:solidFill>
              </a:rPr>
              <a:t>in</a:t>
            </a:r>
            <a:r>
              <a:rPr lang="ru-RU" sz="1400" b="1" dirty="0">
                <a:solidFill>
                  <a:srgbClr val="176DEA"/>
                </a:solidFill>
              </a:rPr>
              <a:t> </a:t>
            </a:r>
            <a:r>
              <a:rPr lang="ru-RU" sz="1400" b="1" dirty="0" err="1">
                <a:solidFill>
                  <a:srgbClr val="176DEA"/>
                </a:solidFill>
              </a:rPr>
              <a:t>iter</a:t>
            </a:r>
            <a:r>
              <a:rPr lang="ru-RU" sz="1400" b="1" dirty="0">
                <a:solidFill>
                  <a:srgbClr val="176DEA"/>
                </a:solidFill>
              </a:rPr>
              <a:t>(</a:t>
            </a:r>
            <a:r>
              <a:rPr lang="ru-RU" sz="1400" b="1" dirty="0" err="1">
                <a:solidFill>
                  <a:srgbClr val="176DEA"/>
                </a:solidFill>
              </a:rPr>
              <a:t>lambda</a:t>
            </a:r>
            <a:r>
              <a:rPr lang="ru-RU" sz="1400" b="1" dirty="0">
                <a:solidFill>
                  <a:srgbClr val="176DEA"/>
                </a:solidFill>
              </a:rPr>
              <a:t>: </a:t>
            </a:r>
            <a:r>
              <a:rPr lang="ru-RU" sz="1400" b="1" dirty="0" err="1">
                <a:solidFill>
                  <a:srgbClr val="176DEA"/>
                </a:solidFill>
              </a:rPr>
              <a:t>f.read</a:t>
            </a:r>
            <a:r>
              <a:rPr lang="ru-RU" sz="1400" b="1" dirty="0">
                <a:solidFill>
                  <a:srgbClr val="176DEA"/>
                </a:solidFill>
              </a:rPr>
              <a:t>(8192), b""):</a:t>
            </a:r>
            <a:endParaRPr lang="en-US" sz="1400" b="1" dirty="0">
              <a:solidFill>
                <a:srgbClr val="176DEA"/>
              </a:solidFill>
            </a:endParaRPr>
          </a:p>
          <a:p>
            <a:r>
              <a:rPr lang="en-US" sz="1400" b="1" dirty="0">
                <a:solidFill>
                  <a:srgbClr val="176DEA"/>
                </a:solidFill>
              </a:rPr>
              <a:t>	</a:t>
            </a:r>
            <a:r>
              <a:rPr lang="ru-RU" sz="1400" b="1" dirty="0" err="1">
                <a:solidFill>
                  <a:srgbClr val="176DEA"/>
                </a:solidFill>
              </a:rPr>
              <a:t>h.update</a:t>
            </a:r>
            <a:r>
              <a:rPr lang="ru-RU" sz="1400" b="1" dirty="0">
                <a:solidFill>
                  <a:srgbClr val="176DEA"/>
                </a:solidFill>
              </a:rPr>
              <a:t>(</a:t>
            </a:r>
            <a:r>
              <a:rPr lang="ru-RU" sz="1400" b="1" dirty="0" err="1">
                <a:solidFill>
                  <a:srgbClr val="176DEA"/>
                </a:solidFill>
              </a:rPr>
              <a:t>chunk</a:t>
            </a:r>
            <a:r>
              <a:rPr lang="ru-RU" sz="1400" b="1" dirty="0">
                <a:solidFill>
                  <a:srgbClr val="176DEA"/>
                </a:solidFill>
              </a:rPr>
              <a:t>)</a:t>
            </a:r>
            <a:endParaRPr lang="en-US" sz="1400" b="1" dirty="0">
              <a:solidFill>
                <a:srgbClr val="176DEA"/>
              </a:solidFill>
            </a:endParaRPr>
          </a:p>
          <a:p>
            <a:r>
              <a:rPr lang="ru-RU" sz="1400" b="1" dirty="0">
                <a:solidFill>
                  <a:srgbClr val="176DEA"/>
                </a:solidFill>
              </a:rPr>
              <a:t> </a:t>
            </a:r>
            <a:r>
              <a:rPr lang="ru-RU" sz="1400" b="1" dirty="0" err="1">
                <a:solidFill>
                  <a:srgbClr val="176DEA"/>
                </a:solidFill>
              </a:rPr>
              <a:t>return</a:t>
            </a:r>
            <a:r>
              <a:rPr lang="ru-RU" sz="1400" b="1" dirty="0">
                <a:solidFill>
                  <a:srgbClr val="176DEA"/>
                </a:solidFill>
              </a:rPr>
              <a:t> </a:t>
            </a:r>
            <a:r>
              <a:rPr lang="ru-RU" sz="1400" b="1" dirty="0" err="1">
                <a:solidFill>
                  <a:srgbClr val="176DEA"/>
                </a:solidFill>
              </a:rPr>
              <a:t>h.hexdigest</a:t>
            </a:r>
            <a:r>
              <a:rPr lang="ru-RU" sz="1400" b="1" dirty="0">
                <a:solidFill>
                  <a:srgbClr val="176DEA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28929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70D83-C313-8419-7E77-83499D1A3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66DFB235-4868-59CF-ACCE-AC94BAF20FDA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894983-8585-7934-635A-F43140050C13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1F1B2E07-8E4A-6913-9FD9-3DCC0A38EBE5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E2541F30-60C2-7E2B-3B95-B0B2F3CF46F0}"/>
              </a:ext>
            </a:extLst>
          </p:cNvPr>
          <p:cNvSpPr txBox="1"/>
          <p:nvPr/>
        </p:nvSpPr>
        <p:spPr>
          <a:xfrm>
            <a:off x="190011" y="562927"/>
            <a:ext cx="3739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</a:rPr>
              <a:t>Кодирование </a:t>
            </a:r>
            <a:r>
              <a:rPr lang="ru-RU" sz="2400" b="1" dirty="0">
                <a:solidFill>
                  <a:schemeClr val="bg1"/>
                </a:solidFill>
              </a:rPr>
              <a:t>звука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52898DC1-4FA8-BB39-3CA5-075A0BA41D52}"/>
              </a:ext>
            </a:extLst>
          </p:cNvPr>
          <p:cNvSpPr/>
          <p:nvPr/>
        </p:nvSpPr>
        <p:spPr>
          <a:xfrm>
            <a:off x="4460268" y="192025"/>
            <a:ext cx="7458762" cy="6297782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ru-RU"/>
              <a:t>ASCII, UTF‑8, Windows‑1251</a:t>
            </a: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308D154-24FF-B926-E746-57CB682CE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970552"/>
              </p:ext>
            </p:extLst>
          </p:nvPr>
        </p:nvGraphicFramePr>
        <p:xfrm>
          <a:off x="4589943" y="277440"/>
          <a:ext cx="7199412" cy="5688205"/>
        </p:xfrm>
        <a:graphic>
          <a:graphicData uri="http://schemas.openxmlformats.org/drawingml/2006/table">
            <a:tbl>
              <a:tblPr firstRow="1">
                <a:tableStyleId>{35758FB7-9AC5-4552-8A53-C91805E547FA}</a:tableStyleId>
              </a:tblPr>
              <a:tblGrid>
                <a:gridCol w="1799853">
                  <a:extLst>
                    <a:ext uri="{9D8B030D-6E8A-4147-A177-3AD203B41FA5}">
                      <a16:colId xmlns:a16="http://schemas.microsoft.com/office/drawing/2014/main" val="2675295564"/>
                    </a:ext>
                  </a:extLst>
                </a:gridCol>
                <a:gridCol w="1799853">
                  <a:extLst>
                    <a:ext uri="{9D8B030D-6E8A-4147-A177-3AD203B41FA5}">
                      <a16:colId xmlns:a16="http://schemas.microsoft.com/office/drawing/2014/main" val="382343179"/>
                    </a:ext>
                  </a:extLst>
                </a:gridCol>
                <a:gridCol w="1799853">
                  <a:extLst>
                    <a:ext uri="{9D8B030D-6E8A-4147-A177-3AD203B41FA5}">
                      <a16:colId xmlns:a16="http://schemas.microsoft.com/office/drawing/2014/main" val="2302248106"/>
                    </a:ext>
                  </a:extLst>
                </a:gridCol>
                <a:gridCol w="1799853">
                  <a:extLst>
                    <a:ext uri="{9D8B030D-6E8A-4147-A177-3AD203B41FA5}">
                      <a16:colId xmlns:a16="http://schemas.microsoft.com/office/drawing/2014/main" val="558537603"/>
                    </a:ext>
                  </a:extLst>
                </a:gridCol>
              </a:tblGrid>
              <a:tr h="561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Параметр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Что это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Типичные значения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Влияние на объём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012054705"/>
                  </a:ext>
                </a:extLst>
              </a:tr>
              <a:tr h="1281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Частота дискретизации (</a:t>
                      </a:r>
                      <a:r>
                        <a:rPr lang="ru-RU" sz="1400" dirty="0" err="1"/>
                        <a:t>sample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rate</a:t>
                      </a:r>
                      <a:r>
                        <a:rPr lang="ru-RU" sz="1400" dirty="0"/>
                        <a:t>)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Сколько «снимков» амплитуды в секунду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8 кГц (телефон), 44,1 кГц (CD), 48 кГц (видео), 96–192 кГц (Hi‑Res)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Прямо пропорционально: ×2 частоты → ×2 объёма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400504093"/>
                  </a:ext>
                </a:extLst>
              </a:tr>
              <a:tr h="1521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Глубина квантования (bit depth)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Сколько бит на один отсчёт; точность громкости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16 бит (стандарт), 24 бита (Hi‑Res), 8 бит (устаревшее)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×1 бит → ×2 числа уровней громкости; влияет на шум и динамический диапазон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431865590"/>
                  </a:ext>
                </a:extLst>
              </a:tr>
              <a:tr h="1041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Каналы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Моно (1), стерео (2), многоканальный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Моно, стерео, 5.1 и т. д.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×2 канала → ×2 объёма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575896850"/>
                  </a:ext>
                </a:extLst>
              </a:tr>
              <a:tr h="1281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Сжатие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Без потерь (FLAC, ALAC) или с потерями (MP3, AAC, Opus)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Зависит от формата и битрейта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Может уменьшить объём в 5–10 раз (с потерями)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2454229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5F80D2-CC60-FE76-961F-3C537B71EA41}"/>
              </a:ext>
            </a:extLst>
          </p:cNvPr>
          <p:cNvSpPr txBox="1"/>
          <p:nvPr/>
        </p:nvSpPr>
        <p:spPr>
          <a:xfrm>
            <a:off x="398582" y="2759263"/>
            <a:ext cx="1948964" cy="2569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b="1" dirty="0">
                <a:solidFill>
                  <a:prstClr val="white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Параметры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36320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14825-823B-8559-9536-08903CAF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0739F293-079A-AE4E-55BF-B7A314C1F706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C7BDB8-F09C-53FD-D48E-52142A22D5C3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6889253E-72F0-FD08-C0B1-9D8010AFD325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A4D86D75-6E20-4AE9-34CE-74C7EFEDF513}"/>
              </a:ext>
            </a:extLst>
          </p:cNvPr>
          <p:cNvSpPr txBox="1"/>
          <p:nvPr/>
        </p:nvSpPr>
        <p:spPr>
          <a:xfrm>
            <a:off x="190011" y="562927"/>
            <a:ext cx="3739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</a:rPr>
              <a:t>Кодирование </a:t>
            </a:r>
            <a:r>
              <a:rPr lang="ru-RU" sz="2400" b="1" dirty="0">
                <a:solidFill>
                  <a:schemeClr val="bg1"/>
                </a:solidFill>
              </a:rPr>
              <a:t>звука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F4FD75FA-8E46-8811-16B9-6E4CE03E07FC}"/>
              </a:ext>
            </a:extLst>
          </p:cNvPr>
          <p:cNvSpPr/>
          <p:nvPr/>
        </p:nvSpPr>
        <p:spPr>
          <a:xfrm>
            <a:off x="4460268" y="192025"/>
            <a:ext cx="7458762" cy="6297782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ru-RU" dirty="0"/>
              <a:t>ASCII, UTF‑8, Windows‑1251</a:t>
            </a: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4FAAA-890F-812D-5949-28744A2A08A6}"/>
              </a:ext>
            </a:extLst>
          </p:cNvPr>
          <p:cNvSpPr txBox="1"/>
          <p:nvPr/>
        </p:nvSpPr>
        <p:spPr>
          <a:xfrm>
            <a:off x="398582" y="2759263"/>
            <a:ext cx="3531092" cy="537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Формула для вычисления объёма файла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18ED63-6EBC-7105-7F88-9692159A99BA}"/>
                  </a:ext>
                </a:extLst>
              </p:cNvPr>
              <p:cNvSpPr txBox="1"/>
              <p:nvPr/>
            </p:nvSpPr>
            <p:spPr>
              <a:xfrm>
                <a:off x="4853354" y="659423"/>
                <a:ext cx="6585438" cy="301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solidFill>
                      <a:srgbClr val="176DEA"/>
                    </a:solidFill>
                  </a:rPr>
                  <a:t>Формула объёма (несжатый звук):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⋅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⋅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⋅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dirty="0"/>
                  <a:t>, где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dirty="0"/>
                  <a:t> — частота дискретизации (Гц),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dirty="0"/>
                  <a:t> — глубина в битах,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dirty="0"/>
                  <a:t> — число каналов,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dirty="0"/>
                  <a:t> — время в секундах.</a:t>
                </a:r>
                <a:br>
                  <a:rPr lang="ru-RU" dirty="0"/>
                </a:br>
                <a:r>
                  <a:rPr lang="ru-RU" dirty="0"/>
                  <a:t>Результат в битах; делим на 8, чтобы получить байты.</a:t>
                </a:r>
              </a:p>
              <a:p>
                <a:endParaRPr lang="ru-RU" dirty="0"/>
              </a:p>
              <a:p>
                <a:r>
                  <a:rPr lang="ru-RU" dirty="0"/>
                  <a:t>Пример:</a:t>
                </a:r>
              </a:p>
              <a:p>
                <a:r>
                  <a:rPr lang="ru-RU" sz="1400" dirty="0">
                    <a:solidFill>
                      <a:schemeClr val="bg1">
                        <a:lumMod val="50000"/>
                      </a:schemeClr>
                    </a:solidFill>
                  </a:rPr>
                  <a:t>Стерео, 48 кГц, 16 бит, 1 минута:</a:t>
                </a:r>
                <a:br>
                  <a:rPr lang="ru-RU" sz="1400" dirty="0">
                    <a:solidFill>
                      <a:schemeClr val="bg1">
                        <a:lumMod val="50000"/>
                      </a:schemeClr>
                    </a:solidFill>
                  </a:rPr>
                </a:br>
                <a14:m>
                  <m:oMath xmlns:m="http://schemas.openxmlformats.org/officeDocument/2006/math">
                    <m:r>
                      <a:rPr lang="ru-RU" sz="14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48000⋅16⋅2⋅60=92</m:t>
                    </m:r>
                    <m:r>
                      <m:rPr>
                        <m:nor/>
                      </m:rPr>
                      <a:rPr lang="ru-RU" sz="1400" i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 </m:t>
                    </m:r>
                    <m:r>
                      <a:rPr lang="ru-RU" sz="14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nor/>
                      </m:rPr>
                      <a:rPr lang="ru-RU" sz="1400" i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 </m:t>
                    </m:r>
                    <m:r>
                      <a:rPr lang="ru-RU" sz="14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ru-RU" sz="1400" dirty="0">
                    <a:solidFill>
                      <a:schemeClr val="bg1">
                        <a:lumMod val="50000"/>
                      </a:schemeClr>
                    </a:solidFill>
                  </a:rPr>
                  <a:t>бит ≈ 11 МБ.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18ED63-6EBC-7105-7F88-9692159A9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354" y="659423"/>
                <a:ext cx="6585438" cy="3016210"/>
              </a:xfrm>
              <a:prstGeom prst="rect">
                <a:avLst/>
              </a:prstGeom>
              <a:blipFill>
                <a:blip r:embed="rId3"/>
                <a:stretch>
                  <a:fillRect l="-741" t="-1010" b="-12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771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DD1769-46EB-4F4D-E919-21E66939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ADAAB784-AEC5-0DAD-C48F-30BB3C91E066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A221B-E53A-3871-1141-9CA580DAF9AB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A91EA6B4-A443-9C26-141C-D8ED354A2990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5418C881-1429-00DC-39AA-089F2129A1DF}"/>
              </a:ext>
            </a:extLst>
          </p:cNvPr>
          <p:cNvSpPr txBox="1"/>
          <p:nvPr/>
        </p:nvSpPr>
        <p:spPr>
          <a:xfrm>
            <a:off x="190011" y="562927"/>
            <a:ext cx="37396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</a:rPr>
              <a:t>Информационные системы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DBEEE27D-B54B-46DA-747C-85C496F3DF3C}"/>
              </a:ext>
            </a:extLst>
          </p:cNvPr>
          <p:cNvSpPr/>
          <p:nvPr/>
        </p:nvSpPr>
        <p:spPr>
          <a:xfrm>
            <a:off x="4460268" y="192025"/>
            <a:ext cx="7458762" cy="6297782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ru-RU" dirty="0"/>
              <a:t>ASCII, UTF‑8, Windows‑1251</a:t>
            </a: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61B26-1B1F-60E8-BA55-C9A895032DD4}"/>
              </a:ext>
            </a:extLst>
          </p:cNvPr>
          <p:cNvSpPr txBox="1"/>
          <p:nvPr/>
        </p:nvSpPr>
        <p:spPr>
          <a:xfrm>
            <a:off x="398582" y="2759263"/>
            <a:ext cx="3531092" cy="2569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ИС – надстройка над БД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3ABF9-A197-17C7-5362-FCDBC5BB09EA}"/>
              </a:ext>
            </a:extLst>
          </p:cNvPr>
          <p:cNvSpPr txBox="1"/>
          <p:nvPr/>
        </p:nvSpPr>
        <p:spPr>
          <a:xfrm>
            <a:off x="4853354" y="659423"/>
            <a:ext cx="658543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176DEA"/>
                </a:solidFill>
              </a:rPr>
              <a:t>Информационная система (ИС)</a:t>
            </a:r>
            <a:r>
              <a:rPr lang="ru-RU" dirty="0">
                <a:solidFill>
                  <a:srgbClr val="176DEA"/>
                </a:solidFill>
              </a:rPr>
              <a:t> </a:t>
            </a:r>
            <a:r>
              <a:rPr lang="ru-RU" dirty="0"/>
              <a:t>—  совокупность данных, технических средств, программного обеспечения и людей, которая собирает, хранит, обрабатывает и выдаёт информацию для решения задач.</a:t>
            </a:r>
          </a:p>
          <a:p>
            <a:endParaRPr lang="ru-RU" dirty="0"/>
          </a:p>
          <a:p>
            <a:r>
              <a:rPr lang="ru-RU" b="1" dirty="0">
                <a:solidFill>
                  <a:srgbClr val="176DEA"/>
                </a:solidFill>
              </a:rPr>
              <a:t>Главные задачи ИС:</a:t>
            </a:r>
            <a:endParaRPr lang="ru-RU" dirty="0">
              <a:solidFill>
                <a:srgbClr val="176DEA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Учёт и хранение данных (товары, остатки, клиенты, заказы).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Обработка операций (продажа, возврат, перемещение, инвентаризация).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Формирование отчётов и справок (продажи по дням, остатки, средний чек).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Обеспечение быстрого доступа к информации (поиск товара, история клиента).</a:t>
            </a:r>
          </a:p>
          <a:p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173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E3140-C04C-FBCF-840E-A25DBD6C1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91BEFAF0-4C30-8909-426D-DE3CF4A39662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927A87-D416-5FCF-B26D-1A2260BB23B5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32E18043-7AC5-B929-E223-5C0098D7227D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A0E67D34-A430-8086-42DF-1398F23DF998}"/>
              </a:ext>
            </a:extLst>
          </p:cNvPr>
          <p:cNvSpPr txBox="1"/>
          <p:nvPr/>
        </p:nvSpPr>
        <p:spPr>
          <a:xfrm>
            <a:off x="190011" y="562927"/>
            <a:ext cx="37396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</a:rPr>
              <a:t>Информационные системы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511641A4-2E46-067D-BDA4-CB15D3747BA4}"/>
              </a:ext>
            </a:extLst>
          </p:cNvPr>
          <p:cNvSpPr/>
          <p:nvPr/>
        </p:nvSpPr>
        <p:spPr>
          <a:xfrm>
            <a:off x="4543227" y="199290"/>
            <a:ext cx="7458762" cy="6297782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ru-RU" dirty="0"/>
              <a:t>ASCII, UTF‑8, Windows‑1251</a:t>
            </a: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495D2-43C7-BC06-4E6E-2AC0EE54287A}"/>
              </a:ext>
            </a:extLst>
          </p:cNvPr>
          <p:cNvSpPr txBox="1"/>
          <p:nvPr/>
        </p:nvSpPr>
        <p:spPr>
          <a:xfrm>
            <a:off x="398582" y="2759263"/>
            <a:ext cx="3531092" cy="2569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Трёхуровневая архитектура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Roboto Medium"/>
              <a:cs typeface="ALS Sector Regular" pitchFamily="2" charset="0"/>
              <a:sym typeface="Roboto Medium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83152321-1BF9-C650-41FB-70F67F857974}"/>
              </a:ext>
            </a:extLst>
          </p:cNvPr>
          <p:cNvGrpSpPr/>
          <p:nvPr/>
        </p:nvGrpSpPr>
        <p:grpSpPr>
          <a:xfrm>
            <a:off x="4638840" y="914968"/>
            <a:ext cx="7101617" cy="4202449"/>
            <a:chOff x="3285067" y="1273370"/>
            <a:chExt cx="8658578" cy="5239253"/>
          </a:xfrm>
        </p:grpSpPr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9C278C3A-220D-622C-96CD-AE96B86416E1}"/>
                </a:ext>
              </a:extLst>
            </p:cNvPr>
            <p:cNvSpPr/>
            <p:nvPr/>
          </p:nvSpPr>
          <p:spPr bwMode="auto">
            <a:xfrm>
              <a:off x="3556001" y="1719082"/>
              <a:ext cx="869243" cy="538696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</a:t>
              </a:r>
            </a:p>
          </p:txBody>
        </p:sp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8995F572-E734-46DC-CA4F-4C47A1EC58FC}"/>
                </a:ext>
              </a:extLst>
            </p:cNvPr>
            <p:cNvSpPr/>
            <p:nvPr/>
          </p:nvSpPr>
          <p:spPr bwMode="auto">
            <a:xfrm>
              <a:off x="4634090" y="1727897"/>
              <a:ext cx="869243" cy="538696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2</a:t>
              </a: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41C78C39-E8D5-387D-9B67-2C6D87848B1B}"/>
                </a:ext>
              </a:extLst>
            </p:cNvPr>
            <p:cNvSpPr/>
            <p:nvPr/>
          </p:nvSpPr>
          <p:spPr bwMode="auto">
            <a:xfrm>
              <a:off x="5661378" y="1719082"/>
              <a:ext cx="869243" cy="538696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ru-RU" sz="2000" dirty="0">
                  <a:latin typeface="Arial" charset="0"/>
                </a:rPr>
                <a:t>…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" name="Прямоугольник: скругленные углы 39">
              <a:extLst>
                <a:ext uri="{FF2B5EF4-FFF2-40B4-BE49-F238E27FC236}">
                  <a16:creationId xmlns:a16="http://schemas.microsoft.com/office/drawing/2014/main" id="{02514F4E-88DC-B0F4-E14B-43B3524B77B8}"/>
                </a:ext>
              </a:extLst>
            </p:cNvPr>
            <p:cNvSpPr/>
            <p:nvPr/>
          </p:nvSpPr>
          <p:spPr bwMode="auto">
            <a:xfrm>
              <a:off x="6711245" y="1727897"/>
              <a:ext cx="869243" cy="538696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Arial" charset="0"/>
                </a:rPr>
                <a:t>N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3E844F40-E394-4830-35C4-7573E368A378}"/>
                </a:ext>
              </a:extLst>
            </p:cNvPr>
            <p:cNvSpPr/>
            <p:nvPr/>
          </p:nvSpPr>
          <p:spPr bwMode="auto">
            <a:xfrm>
              <a:off x="8929511" y="1273370"/>
              <a:ext cx="3014134" cy="53869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ru-RU" sz="1600" dirty="0">
                  <a:latin typeface="Arial" charset="0"/>
                </a:rPr>
                <a:t>Группы пользователей</a:t>
              </a:r>
              <a:endParaRPr kumimoji="0" 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42" name="Соединитель: уступ 41">
              <a:extLst>
                <a:ext uri="{FF2B5EF4-FFF2-40B4-BE49-F238E27FC236}">
                  <a16:creationId xmlns:a16="http://schemas.microsoft.com/office/drawing/2014/main" id="{114E04CC-C0DF-815F-4814-E281F4A4701C}"/>
                </a:ext>
              </a:extLst>
            </p:cNvPr>
            <p:cNvCxnSpPr>
              <a:stCxn id="41" idx="1"/>
              <a:endCxn id="37" idx="0"/>
            </p:cNvCxnSpPr>
            <p:nvPr/>
          </p:nvCxnSpPr>
          <p:spPr bwMode="auto">
            <a:xfrm rot="10800000" flipV="1">
              <a:off x="3990623" y="1542718"/>
              <a:ext cx="4938888" cy="176364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Соединитель: уступ 42">
              <a:extLst>
                <a:ext uri="{FF2B5EF4-FFF2-40B4-BE49-F238E27FC236}">
                  <a16:creationId xmlns:a16="http://schemas.microsoft.com/office/drawing/2014/main" id="{EB1EA77A-947B-2207-B057-6A6C6BCD143A}"/>
                </a:ext>
              </a:extLst>
            </p:cNvPr>
            <p:cNvCxnSpPr>
              <a:stCxn id="41" idx="1"/>
              <a:endCxn id="38" idx="0"/>
            </p:cNvCxnSpPr>
            <p:nvPr/>
          </p:nvCxnSpPr>
          <p:spPr bwMode="auto">
            <a:xfrm rot="10800000" flipV="1">
              <a:off x="5068713" y="1542717"/>
              <a:ext cx="3860799" cy="185179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4" name="Соединитель: уступ 43">
              <a:extLst>
                <a:ext uri="{FF2B5EF4-FFF2-40B4-BE49-F238E27FC236}">
                  <a16:creationId xmlns:a16="http://schemas.microsoft.com/office/drawing/2014/main" id="{6F0B22EF-53AF-D0E4-B6DE-A5586E62491A}"/>
                </a:ext>
              </a:extLst>
            </p:cNvPr>
            <p:cNvCxnSpPr>
              <a:stCxn id="41" idx="1"/>
              <a:endCxn id="39" idx="0"/>
            </p:cNvCxnSpPr>
            <p:nvPr/>
          </p:nvCxnSpPr>
          <p:spPr bwMode="auto">
            <a:xfrm rot="10800000" flipV="1">
              <a:off x="6096001" y="1542718"/>
              <a:ext cx="2833511" cy="176364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7A77EDC4-0AB7-BF40-8ED0-D956743A30D7}"/>
                </a:ext>
              </a:extLst>
            </p:cNvPr>
            <p:cNvSpPr/>
            <p:nvPr/>
          </p:nvSpPr>
          <p:spPr bwMode="auto">
            <a:xfrm>
              <a:off x="3589868" y="2626429"/>
              <a:ext cx="869243" cy="658638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ПрО1</a:t>
              </a:r>
            </a:p>
          </p:txBody>
        </p:sp>
        <p:sp>
          <p:nvSpPr>
            <p:cNvPr id="46" name="Прямоугольник: скругленные углы 45">
              <a:extLst>
                <a:ext uri="{FF2B5EF4-FFF2-40B4-BE49-F238E27FC236}">
                  <a16:creationId xmlns:a16="http://schemas.microsoft.com/office/drawing/2014/main" id="{CDE41052-2659-611B-199D-4EC3B9086A63}"/>
                </a:ext>
              </a:extLst>
            </p:cNvPr>
            <p:cNvSpPr/>
            <p:nvPr/>
          </p:nvSpPr>
          <p:spPr bwMode="auto">
            <a:xfrm>
              <a:off x="4667957" y="2635243"/>
              <a:ext cx="869243" cy="658637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ПрО2</a:t>
              </a:r>
            </a:p>
          </p:txBody>
        </p:sp>
        <p:sp>
          <p:nvSpPr>
            <p:cNvPr id="47" name="Прямоугольник: скругленные углы 46">
              <a:extLst>
                <a:ext uri="{FF2B5EF4-FFF2-40B4-BE49-F238E27FC236}">
                  <a16:creationId xmlns:a16="http://schemas.microsoft.com/office/drawing/2014/main" id="{5F8B9F7C-4EC0-7B71-C3AA-86635C3A231B}"/>
                </a:ext>
              </a:extLst>
            </p:cNvPr>
            <p:cNvSpPr/>
            <p:nvPr/>
          </p:nvSpPr>
          <p:spPr bwMode="auto">
            <a:xfrm>
              <a:off x="5695245" y="2626429"/>
              <a:ext cx="869243" cy="538696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ru-RU" sz="2000" dirty="0">
                  <a:latin typeface="Arial" charset="0"/>
                </a:rPr>
                <a:t>…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3B1596D5-1776-AE85-CEED-5BA82A72DB40}"/>
                </a:ext>
              </a:extLst>
            </p:cNvPr>
            <p:cNvSpPr/>
            <p:nvPr/>
          </p:nvSpPr>
          <p:spPr bwMode="auto">
            <a:xfrm>
              <a:off x="6745112" y="2635244"/>
              <a:ext cx="869243" cy="658636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ru-RU" sz="1600" dirty="0" err="1">
                  <a:latin typeface="Arial" charset="0"/>
                </a:rPr>
                <a:t>ПрО</a:t>
              </a:r>
              <a:r>
                <a:rPr lang="en-US" sz="1600" dirty="0">
                  <a:latin typeface="Arial" charset="0"/>
                </a:rPr>
                <a:t>N</a:t>
              </a:r>
              <a:endParaRPr kumimoji="0" 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76904D72-5087-9E91-F4FC-5027866D0FA0}"/>
                </a:ext>
              </a:extLst>
            </p:cNvPr>
            <p:cNvSpPr/>
            <p:nvPr/>
          </p:nvSpPr>
          <p:spPr bwMode="auto">
            <a:xfrm>
              <a:off x="3285067" y="2438401"/>
              <a:ext cx="4842933" cy="1682044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2A492F6E-EA05-98FE-14D3-37DFA3D00C70}"/>
                </a:ext>
              </a:extLst>
            </p:cNvPr>
            <p:cNvSpPr/>
            <p:nvPr/>
          </p:nvSpPr>
          <p:spPr bwMode="auto">
            <a:xfrm>
              <a:off x="4292599" y="3414713"/>
              <a:ext cx="3014134" cy="5386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Внешний уровень</a:t>
              </a:r>
            </a:p>
          </p:txBody>
        </p:sp>
        <p:sp>
          <p:nvSpPr>
            <p:cNvPr id="51" name="Прямоугольник: скругленные углы 50">
              <a:extLst>
                <a:ext uri="{FF2B5EF4-FFF2-40B4-BE49-F238E27FC236}">
                  <a16:creationId xmlns:a16="http://schemas.microsoft.com/office/drawing/2014/main" id="{B4A10C25-018B-386C-D1FD-9C6915FB7E87}"/>
                </a:ext>
              </a:extLst>
            </p:cNvPr>
            <p:cNvSpPr/>
            <p:nvPr/>
          </p:nvSpPr>
          <p:spPr bwMode="auto">
            <a:xfrm>
              <a:off x="4128911" y="4391025"/>
              <a:ext cx="3341511" cy="5386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ru-RU" sz="1600" dirty="0">
                  <a:latin typeface="Arial" charset="0"/>
                </a:rPr>
                <a:t>Концептуальный</a:t>
              </a:r>
              <a:r>
                <a:rPr kumimoji="0" lang="ru-R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 уровень</a:t>
              </a:r>
            </a:p>
          </p:txBody>
        </p:sp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C7D146C7-8077-D719-06C4-282AFF92301A}"/>
                </a:ext>
              </a:extLst>
            </p:cNvPr>
            <p:cNvSpPr/>
            <p:nvPr/>
          </p:nvSpPr>
          <p:spPr bwMode="auto">
            <a:xfrm>
              <a:off x="4140200" y="5200301"/>
              <a:ext cx="3341511" cy="5386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Внутренний уровень</a:t>
              </a:r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3C6F6433-0397-7CB2-6445-96A536E8C57E}"/>
                </a:ext>
              </a:extLst>
            </p:cNvPr>
            <p:cNvSpPr/>
            <p:nvPr/>
          </p:nvSpPr>
          <p:spPr bwMode="auto">
            <a:xfrm>
              <a:off x="4128911" y="5973927"/>
              <a:ext cx="3341511" cy="53869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Хранилище данных</a:t>
              </a:r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C19339C7-2A55-D315-FB0F-5770D523E357}"/>
                </a:ext>
              </a:extLst>
            </p:cNvPr>
            <p:cNvSpPr/>
            <p:nvPr/>
          </p:nvSpPr>
          <p:spPr bwMode="auto">
            <a:xfrm>
              <a:off x="9902472" y="3684061"/>
              <a:ext cx="1080912" cy="538696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СУБД</a:t>
              </a:r>
            </a:p>
          </p:txBody>
        </p:sp>
        <p:cxnSp>
          <p:nvCxnSpPr>
            <p:cNvPr id="55" name="Соединитель: уступ 54">
              <a:extLst>
                <a:ext uri="{FF2B5EF4-FFF2-40B4-BE49-F238E27FC236}">
                  <a16:creationId xmlns:a16="http://schemas.microsoft.com/office/drawing/2014/main" id="{C92F15C3-1444-0BE3-E381-47E3A60BA096}"/>
                </a:ext>
              </a:extLst>
            </p:cNvPr>
            <p:cNvCxnSpPr>
              <a:stCxn id="54" idx="0"/>
              <a:endCxn id="41" idx="2"/>
            </p:cNvCxnSpPr>
            <p:nvPr/>
          </p:nvCxnSpPr>
          <p:spPr bwMode="auto">
            <a:xfrm rot="16200000" flipV="1">
              <a:off x="9503756" y="2744889"/>
              <a:ext cx="1871995" cy="6350"/>
            </a:xfrm>
            <a:prstGeom prst="bentConnector3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6" name="Соединитель: уступ 55">
              <a:extLst>
                <a:ext uri="{FF2B5EF4-FFF2-40B4-BE49-F238E27FC236}">
                  <a16:creationId xmlns:a16="http://schemas.microsoft.com/office/drawing/2014/main" id="{55D7810F-B644-7E86-6345-1743207AFB38}"/>
                </a:ext>
              </a:extLst>
            </p:cNvPr>
            <p:cNvCxnSpPr>
              <a:stCxn id="50" idx="2"/>
              <a:endCxn id="51" idx="0"/>
            </p:cNvCxnSpPr>
            <p:nvPr/>
          </p:nvCxnSpPr>
          <p:spPr bwMode="auto">
            <a:xfrm rot="16200000" flipH="1">
              <a:off x="5580858" y="4172216"/>
              <a:ext cx="437616" cy="1"/>
            </a:xfrm>
            <a:prstGeom prst="bentConnector3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7" name="Соединитель: уступ 56">
              <a:extLst>
                <a:ext uri="{FF2B5EF4-FFF2-40B4-BE49-F238E27FC236}">
                  <a16:creationId xmlns:a16="http://schemas.microsoft.com/office/drawing/2014/main" id="{EB0D3DC7-F0F7-5570-9C79-21CFCCF27067}"/>
                </a:ext>
              </a:extLst>
            </p:cNvPr>
            <p:cNvCxnSpPr>
              <a:stCxn id="51" idx="2"/>
              <a:endCxn id="52" idx="0"/>
            </p:cNvCxnSpPr>
            <p:nvPr/>
          </p:nvCxnSpPr>
          <p:spPr bwMode="auto">
            <a:xfrm rot="16200000" flipH="1">
              <a:off x="5670021" y="5059366"/>
              <a:ext cx="270580" cy="11289"/>
            </a:xfrm>
            <a:prstGeom prst="bentConnector3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8" name="Соединитель: уступ 57">
              <a:extLst>
                <a:ext uri="{FF2B5EF4-FFF2-40B4-BE49-F238E27FC236}">
                  <a16:creationId xmlns:a16="http://schemas.microsoft.com/office/drawing/2014/main" id="{40DD9482-518E-97C7-2ABD-5FA3BFD28CFE}"/>
                </a:ext>
              </a:extLst>
            </p:cNvPr>
            <p:cNvCxnSpPr>
              <a:stCxn id="52" idx="2"/>
              <a:endCxn id="53" idx="0"/>
            </p:cNvCxnSpPr>
            <p:nvPr/>
          </p:nvCxnSpPr>
          <p:spPr bwMode="auto">
            <a:xfrm rot="5400000">
              <a:off x="5687847" y="5850818"/>
              <a:ext cx="234930" cy="11289"/>
            </a:xfrm>
            <a:prstGeom prst="bentConnector3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9" name="Соединитель: уступ 58">
              <a:extLst>
                <a:ext uri="{FF2B5EF4-FFF2-40B4-BE49-F238E27FC236}">
                  <a16:creationId xmlns:a16="http://schemas.microsoft.com/office/drawing/2014/main" id="{F490EEEF-DF57-608E-6B29-EDA682269946}"/>
                </a:ext>
              </a:extLst>
            </p:cNvPr>
            <p:cNvCxnSpPr>
              <a:stCxn id="54" idx="1"/>
              <a:endCxn id="49" idx="3"/>
            </p:cNvCxnSpPr>
            <p:nvPr/>
          </p:nvCxnSpPr>
          <p:spPr bwMode="auto">
            <a:xfrm rot="10800000">
              <a:off x="8128000" y="3279423"/>
              <a:ext cx="1774472" cy="673986"/>
            </a:xfrm>
            <a:prstGeom prst="bentConnector3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60" name="Соединитель: уступ 59">
              <a:extLst>
                <a:ext uri="{FF2B5EF4-FFF2-40B4-BE49-F238E27FC236}">
                  <a16:creationId xmlns:a16="http://schemas.microsoft.com/office/drawing/2014/main" id="{5C253B8D-156D-3259-B460-9AB647A4C559}"/>
                </a:ext>
              </a:extLst>
            </p:cNvPr>
            <p:cNvCxnSpPr>
              <a:stCxn id="54" idx="1"/>
              <a:endCxn id="51" idx="3"/>
            </p:cNvCxnSpPr>
            <p:nvPr/>
          </p:nvCxnSpPr>
          <p:spPr bwMode="auto">
            <a:xfrm rot="10800000" flipV="1">
              <a:off x="7470422" y="3953409"/>
              <a:ext cx="2432050" cy="706964"/>
            </a:xfrm>
            <a:prstGeom prst="bentConnector3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Соединитель: уступ 60">
              <a:extLst>
                <a:ext uri="{FF2B5EF4-FFF2-40B4-BE49-F238E27FC236}">
                  <a16:creationId xmlns:a16="http://schemas.microsoft.com/office/drawing/2014/main" id="{722C5F56-423D-2CF6-0870-D16F951415D8}"/>
                </a:ext>
              </a:extLst>
            </p:cNvPr>
            <p:cNvCxnSpPr>
              <a:stCxn id="54" idx="1"/>
              <a:endCxn id="52" idx="3"/>
            </p:cNvCxnSpPr>
            <p:nvPr/>
          </p:nvCxnSpPr>
          <p:spPr bwMode="auto">
            <a:xfrm rot="10800000" flipV="1">
              <a:off x="7481712" y="3953409"/>
              <a:ext cx="2420761" cy="1516240"/>
            </a:xfrm>
            <a:prstGeom prst="bentConnector3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Соединитель: уступ 61">
              <a:extLst>
                <a:ext uri="{FF2B5EF4-FFF2-40B4-BE49-F238E27FC236}">
                  <a16:creationId xmlns:a16="http://schemas.microsoft.com/office/drawing/2014/main" id="{393E56C8-BD16-AB63-4869-2532D8A78371}"/>
                </a:ext>
              </a:extLst>
            </p:cNvPr>
            <p:cNvCxnSpPr>
              <a:stCxn id="54" idx="1"/>
              <a:endCxn id="53" idx="3"/>
            </p:cNvCxnSpPr>
            <p:nvPr/>
          </p:nvCxnSpPr>
          <p:spPr bwMode="auto">
            <a:xfrm rot="10800000" flipV="1">
              <a:off x="7470422" y="3953409"/>
              <a:ext cx="2432050" cy="2289866"/>
            </a:xfrm>
            <a:prstGeom prst="bentConnector3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403323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A9513-885E-26FD-75BF-84005465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76B35F7A-ADF1-49F2-6A45-5CD2808931D0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25D075-E5F3-87B3-BCF2-B6AC3502A5D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78AD13D7-31B4-DC44-CE73-C8A34C3D941A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  <a:cs typeface="ALS Sector Regular" pitchFamily="2" charset="0"/>
            </a:endParaRPr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408EA594-7C3F-442C-1309-F9B1D0111D23}"/>
              </a:ext>
            </a:extLst>
          </p:cNvPr>
          <p:cNvSpPr txBox="1"/>
          <p:nvPr/>
        </p:nvSpPr>
        <p:spPr>
          <a:xfrm>
            <a:off x="190011" y="562927"/>
            <a:ext cx="373966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</a:rPr>
              <a:t>Информационные </a:t>
            </a:r>
            <a:r>
              <a:rPr lang="ru-RU" sz="2400" b="1" dirty="0">
                <a:solidFill>
                  <a:schemeClr val="bg1"/>
                </a:solidFill>
              </a:rPr>
              <a:t>технологии</a:t>
            </a:r>
            <a:endParaRPr kumimoji="0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S Sector Regular" pitchFamily="2" charset="0"/>
              <a:ea typeface="+mn-ea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07614FB6-D56C-3393-D108-D7DE8AB442BF}"/>
              </a:ext>
            </a:extLst>
          </p:cNvPr>
          <p:cNvSpPr/>
          <p:nvPr/>
        </p:nvSpPr>
        <p:spPr>
          <a:xfrm>
            <a:off x="4543227" y="199290"/>
            <a:ext cx="7458762" cy="6297782"/>
          </a:xfrm>
          <a:prstGeom prst="rect">
            <a:avLst/>
          </a:prstGeom>
          <a:pattFill prst="pct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 w="12700" cap="flat">
            <a:solidFill>
              <a:srgbClr val="176D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ru-RU" dirty="0"/>
              <a:t>ASCII, UTF‑8, Windows‑1251</a:t>
            </a: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800FF9-ABE9-EA91-CEC5-C5B3B64846BA}"/>
              </a:ext>
            </a:extLst>
          </p:cNvPr>
          <p:cNvSpPr txBox="1"/>
          <p:nvPr/>
        </p:nvSpPr>
        <p:spPr>
          <a:xfrm>
            <a:off x="4888523" y="562927"/>
            <a:ext cx="69942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>
                <a:solidFill>
                  <a:srgbClr val="176DEA"/>
                </a:solidFill>
              </a:rPr>
              <a:t>ИТ </a:t>
            </a:r>
            <a:r>
              <a:rPr lang="ru-RU" dirty="0"/>
              <a:t>— методы и средства работы с информацией.</a:t>
            </a:r>
          </a:p>
          <a:p>
            <a:pPr lvl="0"/>
            <a:r>
              <a:rPr lang="ru-RU" dirty="0"/>
              <a:t>ИТ обеспечивают работу ИС, но также создают новые риски (сетевые атаки, утечки через API, …).</a:t>
            </a:r>
          </a:p>
          <a:p>
            <a:pPr lvl="0"/>
            <a:endParaRPr lang="ru-RU" dirty="0"/>
          </a:p>
          <a:p>
            <a:r>
              <a:rPr lang="ru-RU" b="1" dirty="0">
                <a:solidFill>
                  <a:srgbClr val="176DEA"/>
                </a:solidFill>
              </a:rPr>
              <a:t>Виды ИТ:</a:t>
            </a:r>
            <a:endParaRPr lang="ru-RU" dirty="0">
              <a:solidFill>
                <a:srgbClr val="176DEA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Обработка данных (СУБД, аналитика)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Сетевые технологии (LAN, </a:t>
            </a:r>
            <a:r>
              <a:rPr lang="ru-RU" dirty="0" err="1"/>
              <a:t>Wi</a:t>
            </a:r>
            <a:r>
              <a:rPr lang="ru-RU" dirty="0"/>
              <a:t>‑Fi, 5G)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Веб‑технологии (HTTP, HTML/CSS, JS)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Мультимедиа (кодеки, рендеринг)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Безопасность (шифрование, аутентификация)</a:t>
            </a:r>
          </a:p>
          <a:p>
            <a:pPr lvl="0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3875589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ALS Sector Bold"/>
        <a:ea typeface=""/>
        <a:cs typeface=""/>
      </a:majorFont>
      <a:minorFont>
        <a:latin typeface="ALS Sector Regula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16271</TotalTime>
  <Words>1667</Words>
  <Application>Microsoft Office PowerPoint</Application>
  <PresentationFormat>Широкоэкранный</PresentationFormat>
  <Paragraphs>337</Paragraphs>
  <Slides>22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ALS Sector Bold</vt:lpstr>
      <vt:lpstr>ALS Sector Regular</vt:lpstr>
      <vt:lpstr>Arial</vt:lpstr>
      <vt:lpstr>Calibri</vt:lpstr>
      <vt:lpstr>Cambria Math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Bulychev</dc:creator>
  <cp:lastModifiedBy>Andrey Bulychev</cp:lastModifiedBy>
  <cp:revision>199</cp:revision>
  <dcterms:created xsi:type="dcterms:W3CDTF">2023-09-16T11:48:11Z</dcterms:created>
  <dcterms:modified xsi:type="dcterms:W3CDTF">2026-09-08T19:45:27Z</dcterms:modified>
</cp:coreProperties>
</file>